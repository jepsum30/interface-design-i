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D68ACC-0A2D-4C47-BDBA-B30131E258BB}" v="14" dt="2026-01-06T23:10:29.1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37" d="100"/>
          <a:sy n="37" d="100"/>
        </p:scale>
        <p:origin x="84" y="15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B-Zimmerman-Gibson, Joshua (Virginia Beach)" userId="d08658ba-7f2c-4f82-b12e-30c210e6c7f4" providerId="ADAL" clId="{23C60D7C-9F91-4633-BF4C-68A2380382C8}"/>
    <pc:docChg chg="custSel addSld modSld addMainMaster delMainMaster">
      <pc:chgData name="VB-Zimmerman-Gibson, Joshua (Virginia Beach)" userId="d08658ba-7f2c-4f82-b12e-30c210e6c7f4" providerId="ADAL" clId="{23C60D7C-9F91-4633-BF4C-68A2380382C8}" dt="2026-01-06T23:11:57.149" v="1002" actId="26606"/>
      <pc:docMkLst>
        <pc:docMk/>
      </pc:docMkLst>
      <pc:sldChg chg="addSp delSp modSp mod setBg modClrScheme addAnim chgLayout">
        <pc:chgData name="VB-Zimmerman-Gibson, Joshua (Virginia Beach)" userId="d08658ba-7f2c-4f82-b12e-30c210e6c7f4" providerId="ADAL" clId="{23C60D7C-9F91-4633-BF4C-68A2380382C8}" dt="2026-01-06T23:11:13.563" v="1000" actId="26606"/>
        <pc:sldMkLst>
          <pc:docMk/>
          <pc:sldMk cId="536484740" sldId="256"/>
        </pc:sldMkLst>
        <pc:spChg chg="mod">
          <ac:chgData name="VB-Zimmerman-Gibson, Joshua (Virginia Beach)" userId="d08658ba-7f2c-4f82-b12e-30c210e6c7f4" providerId="ADAL" clId="{23C60D7C-9F91-4633-BF4C-68A2380382C8}" dt="2026-01-06T23:11:13.563" v="1000" actId="26606"/>
          <ac:spMkLst>
            <pc:docMk/>
            <pc:sldMk cId="536484740" sldId="256"/>
            <ac:spMk id="2" creationId="{350D2FEB-EDE0-983F-3F2F-68D03B3F6393}"/>
          </ac:spMkLst>
        </pc:spChg>
        <pc:spChg chg="mod">
          <ac:chgData name="VB-Zimmerman-Gibson, Joshua (Virginia Beach)" userId="d08658ba-7f2c-4f82-b12e-30c210e6c7f4" providerId="ADAL" clId="{23C60D7C-9F91-4633-BF4C-68A2380382C8}" dt="2026-01-06T23:11:13.563" v="1000" actId="26606"/>
          <ac:spMkLst>
            <pc:docMk/>
            <pc:sldMk cId="536484740" sldId="256"/>
            <ac:spMk id="3" creationId="{166FCCE2-E4AC-E212-EE7E-6482A5AFFE35}"/>
          </ac:spMkLst>
        </pc:spChg>
        <pc:spChg chg="add del">
          <ac:chgData name="VB-Zimmerman-Gibson, Joshua (Virginia Beach)" userId="d08658ba-7f2c-4f82-b12e-30c210e6c7f4" providerId="ADAL" clId="{23C60D7C-9F91-4633-BF4C-68A2380382C8}" dt="2026-01-06T22:59:21.042" v="8" actId="26606"/>
          <ac:spMkLst>
            <pc:docMk/>
            <pc:sldMk cId="536484740" sldId="256"/>
            <ac:spMk id="9" creationId="{33E93247-6229-44AB-A550-739E971E690B}"/>
          </ac:spMkLst>
        </pc:spChg>
        <pc:spChg chg="add del">
          <ac:chgData name="VB-Zimmerman-Gibson, Joshua (Virginia Beach)" userId="d08658ba-7f2c-4f82-b12e-30c210e6c7f4" providerId="ADAL" clId="{23C60D7C-9F91-4633-BF4C-68A2380382C8}" dt="2026-01-06T23:11:13.563" v="1000" actId="26606"/>
          <ac:spMkLst>
            <pc:docMk/>
            <pc:sldMk cId="536484740" sldId="256"/>
            <ac:spMk id="18" creationId="{CD7F9EC8-0E2C-4023-9DD1-73BEF6B80D13}"/>
          </ac:spMkLst>
        </pc:spChg>
        <pc:spChg chg="add del">
          <ac:chgData name="VB-Zimmerman-Gibson, Joshua (Virginia Beach)" userId="d08658ba-7f2c-4f82-b12e-30c210e6c7f4" providerId="ADAL" clId="{23C60D7C-9F91-4633-BF4C-68A2380382C8}" dt="2026-01-06T23:11:13.563" v="1000" actId="26606"/>
          <ac:spMkLst>
            <pc:docMk/>
            <pc:sldMk cId="536484740" sldId="256"/>
            <ac:spMk id="20" creationId="{6270D10B-6EA2-89DB-412E-A83B81393A99}"/>
          </ac:spMkLst>
        </pc:spChg>
        <pc:spChg chg="add del">
          <ac:chgData name="VB-Zimmerman-Gibson, Joshua (Virginia Beach)" userId="d08658ba-7f2c-4f82-b12e-30c210e6c7f4" providerId="ADAL" clId="{23C60D7C-9F91-4633-BF4C-68A2380382C8}" dt="2026-01-06T23:11:13.563" v="1000" actId="26606"/>
          <ac:spMkLst>
            <pc:docMk/>
            <pc:sldMk cId="536484740" sldId="256"/>
            <ac:spMk id="22" creationId="{C0301BA4-10E6-44CC-9EEC-727EDF3BC4B8}"/>
          </ac:spMkLst>
        </pc:spChg>
        <pc:spChg chg="add">
          <ac:chgData name="VB-Zimmerman-Gibson, Joshua (Virginia Beach)" userId="d08658ba-7f2c-4f82-b12e-30c210e6c7f4" providerId="ADAL" clId="{23C60D7C-9F91-4633-BF4C-68A2380382C8}" dt="2026-01-06T23:11:13.563" v="1000" actId="26606"/>
          <ac:spMkLst>
            <pc:docMk/>
            <pc:sldMk cId="536484740" sldId="256"/>
            <ac:spMk id="27" creationId="{0EECA69B-4C2A-7F31-8019-E90DB3BD49CB}"/>
          </ac:spMkLst>
        </pc:spChg>
        <pc:spChg chg="add">
          <ac:chgData name="VB-Zimmerman-Gibson, Joshua (Virginia Beach)" userId="d08658ba-7f2c-4f82-b12e-30c210e6c7f4" providerId="ADAL" clId="{23C60D7C-9F91-4633-BF4C-68A2380382C8}" dt="2026-01-06T23:11:13.563" v="1000" actId="26606"/>
          <ac:spMkLst>
            <pc:docMk/>
            <pc:sldMk cId="536484740" sldId="256"/>
            <ac:spMk id="29" creationId="{857DEAC1-B3AA-6569-0A44-A191DF2F3C67}"/>
          </ac:spMkLst>
        </pc:spChg>
        <pc:picChg chg="add mod ord">
          <ac:chgData name="VB-Zimmerman-Gibson, Joshua (Virginia Beach)" userId="d08658ba-7f2c-4f82-b12e-30c210e6c7f4" providerId="ADAL" clId="{23C60D7C-9F91-4633-BF4C-68A2380382C8}" dt="2026-01-06T23:11:13.563" v="1000" actId="26606"/>
          <ac:picMkLst>
            <pc:docMk/>
            <pc:sldMk cId="536484740" sldId="256"/>
            <ac:picMk id="4" creationId="{FCA0B0B8-1C42-BD97-9027-1B9F7F7DD7C7}"/>
          </ac:picMkLst>
        </pc:picChg>
        <pc:cxnChg chg="add del">
          <ac:chgData name="VB-Zimmerman-Gibson, Joshua (Virginia Beach)" userId="d08658ba-7f2c-4f82-b12e-30c210e6c7f4" providerId="ADAL" clId="{23C60D7C-9F91-4633-BF4C-68A2380382C8}" dt="2026-01-06T22:59:21.042" v="8" actId="26606"/>
          <ac:cxnSpMkLst>
            <pc:docMk/>
            <pc:sldMk cId="536484740" sldId="256"/>
            <ac:cxnSpMk id="11" creationId="{EE2E603F-4A95-4FE8-BB06-211DFD75DBEF}"/>
          </ac:cxnSpMkLst>
        </pc:cxnChg>
        <pc:cxnChg chg="add del">
          <ac:chgData name="VB-Zimmerman-Gibson, Joshua (Virginia Beach)" userId="d08658ba-7f2c-4f82-b12e-30c210e6c7f4" providerId="ADAL" clId="{23C60D7C-9F91-4633-BF4C-68A2380382C8}" dt="2026-01-06T22:59:21.042" v="8" actId="26606"/>
          <ac:cxnSpMkLst>
            <pc:docMk/>
            <pc:sldMk cId="536484740" sldId="256"/>
            <ac:cxnSpMk id="13" creationId="{D7CC41EB-2D81-4303-9171-6401B388BA35}"/>
          </ac:cxnSpMkLst>
        </pc:cxnChg>
      </pc:sldChg>
      <pc:sldChg chg="addSp delSp modSp new mod setBg">
        <pc:chgData name="VB-Zimmerman-Gibson, Joshua (Virginia Beach)" userId="d08658ba-7f2c-4f82-b12e-30c210e6c7f4" providerId="ADAL" clId="{23C60D7C-9F91-4633-BF4C-68A2380382C8}" dt="2026-01-06T23:03:42.720" v="638" actId="14100"/>
        <pc:sldMkLst>
          <pc:docMk/>
          <pc:sldMk cId="1463581066" sldId="257"/>
        </pc:sldMkLst>
        <pc:spChg chg="mod">
          <ac:chgData name="VB-Zimmerman-Gibson, Joshua (Virginia Beach)" userId="d08658ba-7f2c-4f82-b12e-30c210e6c7f4" providerId="ADAL" clId="{23C60D7C-9F91-4633-BF4C-68A2380382C8}" dt="2026-01-06T23:03:26.520" v="637" actId="26606"/>
          <ac:spMkLst>
            <pc:docMk/>
            <pc:sldMk cId="1463581066" sldId="257"/>
            <ac:spMk id="2" creationId="{DFE3865A-0E99-EF98-9476-4E64F366768C}"/>
          </ac:spMkLst>
        </pc:spChg>
        <pc:spChg chg="del mod">
          <ac:chgData name="VB-Zimmerman-Gibson, Joshua (Virginia Beach)" userId="d08658ba-7f2c-4f82-b12e-30c210e6c7f4" providerId="ADAL" clId="{23C60D7C-9F91-4633-BF4C-68A2380382C8}" dt="2026-01-06T23:03:26.520" v="637" actId="26606"/>
          <ac:spMkLst>
            <pc:docMk/>
            <pc:sldMk cId="1463581066" sldId="257"/>
            <ac:spMk id="3" creationId="{3BEE1102-6641-5F1D-7F85-90525650E231}"/>
          </ac:spMkLst>
        </pc:spChg>
        <pc:spChg chg="add">
          <ac:chgData name="VB-Zimmerman-Gibson, Joshua (Virginia Beach)" userId="d08658ba-7f2c-4f82-b12e-30c210e6c7f4" providerId="ADAL" clId="{23C60D7C-9F91-4633-BF4C-68A2380382C8}" dt="2026-01-06T23:03:26.520" v="637" actId="26606"/>
          <ac:spMkLst>
            <pc:docMk/>
            <pc:sldMk cId="1463581066" sldId="257"/>
            <ac:spMk id="9" creationId="{04213918-F1EB-4BCE-BE23-F5E9851EE05C}"/>
          </ac:spMkLst>
        </pc:spChg>
        <pc:spChg chg="add">
          <ac:chgData name="VB-Zimmerman-Gibson, Joshua (Virginia Beach)" userId="d08658ba-7f2c-4f82-b12e-30c210e6c7f4" providerId="ADAL" clId="{23C60D7C-9F91-4633-BF4C-68A2380382C8}" dt="2026-01-06T23:03:26.520" v="637" actId="26606"/>
          <ac:spMkLst>
            <pc:docMk/>
            <pc:sldMk cId="1463581066" sldId="257"/>
            <ac:spMk id="11" creationId="{2062E862-C7F7-4CA1-B929-D0B75F5E9FB9}"/>
          </ac:spMkLst>
        </pc:spChg>
        <pc:graphicFrameChg chg="add mod">
          <ac:chgData name="VB-Zimmerman-Gibson, Joshua (Virginia Beach)" userId="d08658ba-7f2c-4f82-b12e-30c210e6c7f4" providerId="ADAL" clId="{23C60D7C-9F91-4633-BF4C-68A2380382C8}" dt="2026-01-06T23:03:42.720" v="638" actId="14100"/>
          <ac:graphicFrameMkLst>
            <pc:docMk/>
            <pc:sldMk cId="1463581066" sldId="257"/>
            <ac:graphicFrameMk id="5" creationId="{7EE32A2D-ED98-EF3D-7EAC-DFC1986F68D5}"/>
          </ac:graphicFrameMkLst>
        </pc:graphicFrameChg>
      </pc:sldChg>
      <pc:sldChg chg="addSp delSp modSp new mod setBg">
        <pc:chgData name="VB-Zimmerman-Gibson, Joshua (Virginia Beach)" userId="d08658ba-7f2c-4f82-b12e-30c210e6c7f4" providerId="ADAL" clId="{23C60D7C-9F91-4633-BF4C-68A2380382C8}" dt="2026-01-06T23:11:41.834" v="1001" actId="26606"/>
        <pc:sldMkLst>
          <pc:docMk/>
          <pc:sldMk cId="1337010619" sldId="258"/>
        </pc:sldMkLst>
        <pc:spChg chg="mod">
          <ac:chgData name="VB-Zimmerman-Gibson, Joshua (Virginia Beach)" userId="d08658ba-7f2c-4f82-b12e-30c210e6c7f4" providerId="ADAL" clId="{23C60D7C-9F91-4633-BF4C-68A2380382C8}" dt="2026-01-06T23:11:41.834" v="1001" actId="26606"/>
          <ac:spMkLst>
            <pc:docMk/>
            <pc:sldMk cId="1337010619" sldId="258"/>
            <ac:spMk id="2" creationId="{B3CB28AB-9D03-DB9C-B905-6868BD3FC9E1}"/>
          </ac:spMkLst>
        </pc:spChg>
        <pc:spChg chg="del mod">
          <ac:chgData name="VB-Zimmerman-Gibson, Joshua (Virginia Beach)" userId="d08658ba-7f2c-4f82-b12e-30c210e6c7f4" providerId="ADAL" clId="{23C60D7C-9F91-4633-BF4C-68A2380382C8}" dt="2026-01-06T23:06:57.184" v="971" actId="26606"/>
          <ac:spMkLst>
            <pc:docMk/>
            <pc:sldMk cId="1337010619" sldId="258"/>
            <ac:spMk id="3" creationId="{8F3C2C05-B96F-685E-F9E9-27368BC728BF}"/>
          </ac:spMkLst>
        </pc:spChg>
        <pc:spChg chg="add del">
          <ac:chgData name="VB-Zimmerman-Gibson, Joshua (Virginia Beach)" userId="d08658ba-7f2c-4f82-b12e-30c210e6c7f4" providerId="ADAL" clId="{23C60D7C-9F91-4633-BF4C-68A2380382C8}" dt="2026-01-06T23:11:41.834" v="1001" actId="26606"/>
          <ac:spMkLst>
            <pc:docMk/>
            <pc:sldMk cId="1337010619" sldId="258"/>
            <ac:spMk id="9" creationId="{04213918-F1EB-4BCE-BE23-F5E9851EE05C}"/>
          </ac:spMkLst>
        </pc:spChg>
        <pc:spChg chg="add del">
          <ac:chgData name="VB-Zimmerman-Gibson, Joshua (Virginia Beach)" userId="d08658ba-7f2c-4f82-b12e-30c210e6c7f4" providerId="ADAL" clId="{23C60D7C-9F91-4633-BF4C-68A2380382C8}" dt="2026-01-06T23:11:41.834" v="1001" actId="26606"/>
          <ac:spMkLst>
            <pc:docMk/>
            <pc:sldMk cId="1337010619" sldId="258"/>
            <ac:spMk id="11" creationId="{2062E862-C7F7-4CA1-B929-D0B75F5E9FB9}"/>
          </ac:spMkLst>
        </pc:spChg>
        <pc:spChg chg="add">
          <ac:chgData name="VB-Zimmerman-Gibson, Joshua (Virginia Beach)" userId="d08658ba-7f2c-4f82-b12e-30c210e6c7f4" providerId="ADAL" clId="{23C60D7C-9F91-4633-BF4C-68A2380382C8}" dt="2026-01-06T23:11:41.834" v="1001" actId="26606"/>
          <ac:spMkLst>
            <pc:docMk/>
            <pc:sldMk cId="1337010619" sldId="258"/>
            <ac:spMk id="16" creationId="{F420BC5C-C418-4843-B04B-6918968D0982}"/>
          </ac:spMkLst>
        </pc:spChg>
        <pc:spChg chg="add">
          <ac:chgData name="VB-Zimmerman-Gibson, Joshua (Virginia Beach)" userId="d08658ba-7f2c-4f82-b12e-30c210e6c7f4" providerId="ADAL" clId="{23C60D7C-9F91-4633-BF4C-68A2380382C8}" dt="2026-01-06T23:11:41.834" v="1001" actId="26606"/>
          <ac:spMkLst>
            <pc:docMk/>
            <pc:sldMk cId="1337010619" sldId="258"/>
            <ac:spMk id="18" creationId="{04E511C3-750B-AA87-AE51-0FA2069EA0B9}"/>
          </ac:spMkLst>
        </pc:spChg>
        <pc:graphicFrameChg chg="add mod modGraphic">
          <ac:chgData name="VB-Zimmerman-Gibson, Joshua (Virginia Beach)" userId="d08658ba-7f2c-4f82-b12e-30c210e6c7f4" providerId="ADAL" clId="{23C60D7C-9F91-4633-BF4C-68A2380382C8}" dt="2026-01-06T23:11:41.834" v="1001" actId="26606"/>
          <ac:graphicFrameMkLst>
            <pc:docMk/>
            <pc:sldMk cId="1337010619" sldId="258"/>
            <ac:graphicFrameMk id="5" creationId="{A15DED3D-03D2-3988-9407-C9BBC82A4D6D}"/>
          </ac:graphicFrameMkLst>
        </pc:graphicFrameChg>
      </pc:sldChg>
      <pc:sldChg chg="addSp delSp modSp new mod setBg">
        <pc:chgData name="VB-Zimmerman-Gibson, Joshua (Virginia Beach)" userId="d08658ba-7f2c-4f82-b12e-30c210e6c7f4" providerId="ADAL" clId="{23C60D7C-9F91-4633-BF4C-68A2380382C8}" dt="2026-01-06T23:11:57.149" v="1002" actId="26606"/>
        <pc:sldMkLst>
          <pc:docMk/>
          <pc:sldMk cId="1378382973" sldId="259"/>
        </pc:sldMkLst>
        <pc:spChg chg="mod">
          <ac:chgData name="VB-Zimmerman-Gibson, Joshua (Virginia Beach)" userId="d08658ba-7f2c-4f82-b12e-30c210e6c7f4" providerId="ADAL" clId="{23C60D7C-9F91-4633-BF4C-68A2380382C8}" dt="2026-01-06T23:07:54.178" v="983" actId="26606"/>
          <ac:spMkLst>
            <pc:docMk/>
            <pc:sldMk cId="1378382973" sldId="259"/>
            <ac:spMk id="2" creationId="{A1E1D50E-42CB-C579-C977-EE7AC96EAAC8}"/>
          </ac:spMkLst>
        </pc:spChg>
        <pc:spChg chg="del mod">
          <ac:chgData name="VB-Zimmerman-Gibson, Joshua (Virginia Beach)" userId="d08658ba-7f2c-4f82-b12e-30c210e6c7f4" providerId="ADAL" clId="{23C60D7C-9F91-4633-BF4C-68A2380382C8}" dt="2026-01-06T23:07:54.178" v="983" actId="26606"/>
          <ac:spMkLst>
            <pc:docMk/>
            <pc:sldMk cId="1378382973" sldId="259"/>
            <ac:spMk id="3" creationId="{C53ABFFE-3B4F-5702-0713-3885FD758E09}"/>
          </ac:spMkLst>
        </pc:spChg>
        <pc:spChg chg="add del">
          <ac:chgData name="VB-Zimmerman-Gibson, Joshua (Virginia Beach)" userId="d08658ba-7f2c-4f82-b12e-30c210e6c7f4" providerId="ADAL" clId="{23C60D7C-9F91-4633-BF4C-68A2380382C8}" dt="2026-01-06T23:11:57.149" v="1002" actId="26606"/>
          <ac:spMkLst>
            <pc:docMk/>
            <pc:sldMk cId="1378382973" sldId="259"/>
            <ac:spMk id="9" creationId="{04213918-F1EB-4BCE-BE23-F5E9851EE05C}"/>
          </ac:spMkLst>
        </pc:spChg>
        <pc:spChg chg="add del">
          <ac:chgData name="VB-Zimmerman-Gibson, Joshua (Virginia Beach)" userId="d08658ba-7f2c-4f82-b12e-30c210e6c7f4" providerId="ADAL" clId="{23C60D7C-9F91-4633-BF4C-68A2380382C8}" dt="2026-01-06T23:11:57.149" v="1002" actId="26606"/>
          <ac:spMkLst>
            <pc:docMk/>
            <pc:sldMk cId="1378382973" sldId="259"/>
            <ac:spMk id="11" creationId="{2062E862-C7F7-4CA1-B929-D0B75F5E9FB9}"/>
          </ac:spMkLst>
        </pc:spChg>
        <pc:spChg chg="add">
          <ac:chgData name="VB-Zimmerman-Gibson, Joshua (Virginia Beach)" userId="d08658ba-7f2c-4f82-b12e-30c210e6c7f4" providerId="ADAL" clId="{23C60D7C-9F91-4633-BF4C-68A2380382C8}" dt="2026-01-06T23:11:57.149" v="1002" actId="26606"/>
          <ac:spMkLst>
            <pc:docMk/>
            <pc:sldMk cId="1378382973" sldId="259"/>
            <ac:spMk id="16" creationId="{04213918-F1EB-4BCE-BE23-F5E9851EE05C}"/>
          </ac:spMkLst>
        </pc:spChg>
        <pc:spChg chg="add">
          <ac:chgData name="VB-Zimmerman-Gibson, Joshua (Virginia Beach)" userId="d08658ba-7f2c-4f82-b12e-30c210e6c7f4" providerId="ADAL" clId="{23C60D7C-9F91-4633-BF4C-68A2380382C8}" dt="2026-01-06T23:11:57.149" v="1002" actId="26606"/>
          <ac:spMkLst>
            <pc:docMk/>
            <pc:sldMk cId="1378382973" sldId="259"/>
            <ac:spMk id="18" creationId="{2062E862-C7F7-4CA1-B929-D0B75F5E9FB9}"/>
          </ac:spMkLst>
        </pc:spChg>
        <pc:graphicFrameChg chg="add mod modGraphic">
          <ac:chgData name="VB-Zimmerman-Gibson, Joshua (Virginia Beach)" userId="d08658ba-7f2c-4f82-b12e-30c210e6c7f4" providerId="ADAL" clId="{23C60D7C-9F91-4633-BF4C-68A2380382C8}" dt="2026-01-06T23:11:57.149" v="1002" actId="26606"/>
          <ac:graphicFrameMkLst>
            <pc:docMk/>
            <pc:sldMk cId="1378382973" sldId="259"/>
            <ac:graphicFrameMk id="5" creationId="{BE239956-B1F8-9AAA-8FA3-54047E581154}"/>
          </ac:graphicFrameMkLst>
        </pc:graphicFrameChg>
      </pc:sldChg>
      <pc:sldChg chg="addSp delSp modSp new mod setBg">
        <pc:chgData name="VB-Zimmerman-Gibson, Joshua (Virginia Beach)" userId="d08658ba-7f2c-4f82-b12e-30c210e6c7f4" providerId="ADAL" clId="{23C60D7C-9F91-4633-BF4C-68A2380382C8}" dt="2026-01-06T23:08:57.149" v="999" actId="26606"/>
        <pc:sldMkLst>
          <pc:docMk/>
          <pc:sldMk cId="3620351076" sldId="260"/>
        </pc:sldMkLst>
        <pc:spChg chg="mod">
          <ac:chgData name="VB-Zimmerman-Gibson, Joshua (Virginia Beach)" userId="d08658ba-7f2c-4f82-b12e-30c210e6c7f4" providerId="ADAL" clId="{23C60D7C-9F91-4633-BF4C-68A2380382C8}" dt="2026-01-06T23:08:57.149" v="999" actId="26606"/>
          <ac:spMkLst>
            <pc:docMk/>
            <pc:sldMk cId="3620351076" sldId="260"/>
            <ac:spMk id="2" creationId="{4CDB3ED0-7A6D-9FA4-1FB6-904670187DD3}"/>
          </ac:spMkLst>
        </pc:spChg>
        <pc:spChg chg="del">
          <ac:chgData name="VB-Zimmerman-Gibson, Joshua (Virginia Beach)" userId="d08658ba-7f2c-4f82-b12e-30c210e6c7f4" providerId="ADAL" clId="{23C60D7C-9F91-4633-BF4C-68A2380382C8}" dt="2026-01-06T23:08:50.925" v="998"/>
          <ac:spMkLst>
            <pc:docMk/>
            <pc:sldMk cId="3620351076" sldId="260"/>
            <ac:spMk id="3" creationId="{7EC258F2-7E46-F624-855F-2F7E11457643}"/>
          </ac:spMkLst>
        </pc:spChg>
        <pc:spChg chg="add del mod">
          <ac:chgData name="VB-Zimmerman-Gibson, Joshua (Virginia Beach)" userId="d08658ba-7f2c-4f82-b12e-30c210e6c7f4" providerId="ADAL" clId="{23C60D7C-9F91-4633-BF4C-68A2380382C8}" dt="2026-01-06T23:08:57.149" v="999" actId="26606"/>
          <ac:spMkLst>
            <pc:docMk/>
            <pc:sldMk cId="3620351076" sldId="260"/>
            <ac:spMk id="4" creationId="{2A44CAF9-07E1-0330-19CA-62B73D468935}"/>
          </ac:spMkLst>
        </pc:spChg>
        <pc:spChg chg="add">
          <ac:chgData name="VB-Zimmerman-Gibson, Joshua (Virginia Beach)" userId="d08658ba-7f2c-4f82-b12e-30c210e6c7f4" providerId="ADAL" clId="{23C60D7C-9F91-4633-BF4C-68A2380382C8}" dt="2026-01-06T23:08:57.149" v="999" actId="26606"/>
          <ac:spMkLst>
            <pc:docMk/>
            <pc:sldMk cId="3620351076" sldId="260"/>
            <ac:spMk id="10" creationId="{04213918-F1EB-4BCE-BE23-F5E9851EE05C}"/>
          </ac:spMkLst>
        </pc:spChg>
        <pc:spChg chg="add">
          <ac:chgData name="VB-Zimmerman-Gibson, Joshua (Virginia Beach)" userId="d08658ba-7f2c-4f82-b12e-30c210e6c7f4" providerId="ADAL" clId="{23C60D7C-9F91-4633-BF4C-68A2380382C8}" dt="2026-01-06T23:08:57.149" v="999" actId="26606"/>
          <ac:spMkLst>
            <pc:docMk/>
            <pc:sldMk cId="3620351076" sldId="260"/>
            <ac:spMk id="12" creationId="{2062E862-C7F7-4CA1-B929-D0B75F5E9FB9}"/>
          </ac:spMkLst>
        </pc:spChg>
        <pc:graphicFrameChg chg="add">
          <ac:chgData name="VB-Zimmerman-Gibson, Joshua (Virginia Beach)" userId="d08658ba-7f2c-4f82-b12e-30c210e6c7f4" providerId="ADAL" clId="{23C60D7C-9F91-4633-BF4C-68A2380382C8}" dt="2026-01-06T23:08:57.149" v="999" actId="26606"/>
          <ac:graphicFrameMkLst>
            <pc:docMk/>
            <pc:sldMk cId="3620351076" sldId="260"/>
            <ac:graphicFrameMk id="6" creationId="{C03C7D8F-00E3-BA8F-A626-8C8189A2ECAF}"/>
          </ac:graphicFrameMkLst>
        </pc:graphicFrameChg>
      </pc:sldChg>
      <pc:sldMasterChg chg="del delSldLayout">
        <pc:chgData name="VB-Zimmerman-Gibson, Joshua (Virginia Beach)" userId="d08658ba-7f2c-4f82-b12e-30c210e6c7f4" providerId="ADAL" clId="{23C60D7C-9F91-4633-BF4C-68A2380382C8}" dt="2026-01-06T22:58:57.335" v="0" actId="26606"/>
        <pc:sldMasterMkLst>
          <pc:docMk/>
          <pc:sldMasterMk cId="3527707761" sldId="2147483648"/>
        </pc:sldMasterMkLst>
        <pc:sldLayoutChg chg="del">
          <pc:chgData name="VB-Zimmerman-Gibson, Joshua (Virginia Beach)" userId="d08658ba-7f2c-4f82-b12e-30c210e6c7f4" providerId="ADAL" clId="{23C60D7C-9F91-4633-BF4C-68A2380382C8}" dt="2026-01-06T22:58:57.335" v="0" actId="26606"/>
          <pc:sldLayoutMkLst>
            <pc:docMk/>
            <pc:sldMasterMk cId="3527707761" sldId="2147483648"/>
            <pc:sldLayoutMk cId="4100741869" sldId="2147483649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22:58:57.335" v="0" actId="26606"/>
          <pc:sldLayoutMkLst>
            <pc:docMk/>
            <pc:sldMasterMk cId="3527707761" sldId="2147483648"/>
            <pc:sldLayoutMk cId="143939286" sldId="2147483650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22:58:57.335" v="0" actId="26606"/>
          <pc:sldLayoutMkLst>
            <pc:docMk/>
            <pc:sldMasterMk cId="3527707761" sldId="2147483648"/>
            <pc:sldLayoutMk cId="1931391519" sldId="2147483651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22:58:57.335" v="0" actId="26606"/>
          <pc:sldLayoutMkLst>
            <pc:docMk/>
            <pc:sldMasterMk cId="3527707761" sldId="2147483648"/>
            <pc:sldLayoutMk cId="3835254388" sldId="2147483652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22:58:57.335" v="0" actId="26606"/>
          <pc:sldLayoutMkLst>
            <pc:docMk/>
            <pc:sldMasterMk cId="3527707761" sldId="2147483648"/>
            <pc:sldLayoutMk cId="954304043" sldId="2147483653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22:58:57.335" v="0" actId="26606"/>
          <pc:sldLayoutMkLst>
            <pc:docMk/>
            <pc:sldMasterMk cId="3527707761" sldId="2147483648"/>
            <pc:sldLayoutMk cId="2394579675" sldId="2147483654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22:58:57.335" v="0" actId="26606"/>
          <pc:sldLayoutMkLst>
            <pc:docMk/>
            <pc:sldMasterMk cId="3527707761" sldId="2147483648"/>
            <pc:sldLayoutMk cId="3072131420" sldId="2147483655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22:58:57.335" v="0" actId="26606"/>
          <pc:sldLayoutMkLst>
            <pc:docMk/>
            <pc:sldMasterMk cId="3527707761" sldId="2147483648"/>
            <pc:sldLayoutMk cId="3166462516" sldId="2147483656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22:58:57.335" v="0" actId="26606"/>
          <pc:sldLayoutMkLst>
            <pc:docMk/>
            <pc:sldMasterMk cId="3527707761" sldId="2147483648"/>
            <pc:sldLayoutMk cId="858473025" sldId="2147483657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22:58:57.335" v="0" actId="26606"/>
          <pc:sldLayoutMkLst>
            <pc:docMk/>
            <pc:sldMasterMk cId="3527707761" sldId="2147483648"/>
            <pc:sldLayoutMk cId="1482428069" sldId="2147483658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22:58:57.335" v="0" actId="26606"/>
          <pc:sldLayoutMkLst>
            <pc:docMk/>
            <pc:sldMasterMk cId="3527707761" sldId="2147483648"/>
            <pc:sldLayoutMk cId="3291404117" sldId="2147483659"/>
          </pc:sldLayoutMkLst>
        </pc:sldLayoutChg>
      </pc:sldMasterChg>
      <pc:sldMasterChg chg="add del addSldLayout delSldLayout">
        <pc:chgData name="VB-Zimmerman-Gibson, Joshua (Virginia Beach)" userId="d08658ba-7f2c-4f82-b12e-30c210e6c7f4" providerId="ADAL" clId="{23C60D7C-9F91-4633-BF4C-68A2380382C8}" dt="2026-01-06T22:59:21.042" v="8" actId="26606"/>
        <pc:sldMasterMkLst>
          <pc:docMk/>
          <pc:sldMasterMk cId="1937261982" sldId="2147483673"/>
        </pc:sldMasterMkLst>
        <pc:sldLayoutChg chg="add del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937261982" sldId="2147483673"/>
            <pc:sldLayoutMk cId="3664349812" sldId="2147483662"/>
          </pc:sldLayoutMkLst>
        </pc:sldLayoutChg>
        <pc:sldLayoutChg chg="add del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937261982" sldId="2147483673"/>
            <pc:sldLayoutMk cId="1451631311" sldId="2147483663"/>
          </pc:sldLayoutMkLst>
        </pc:sldLayoutChg>
        <pc:sldLayoutChg chg="add del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937261982" sldId="2147483673"/>
            <pc:sldLayoutMk cId="2023039104" sldId="2147483664"/>
          </pc:sldLayoutMkLst>
        </pc:sldLayoutChg>
        <pc:sldLayoutChg chg="add del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937261982" sldId="2147483673"/>
            <pc:sldLayoutMk cId="1725497409" sldId="2147483665"/>
          </pc:sldLayoutMkLst>
        </pc:sldLayoutChg>
        <pc:sldLayoutChg chg="add del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937261982" sldId="2147483673"/>
            <pc:sldLayoutMk cId="1081122413" sldId="2147483666"/>
          </pc:sldLayoutMkLst>
        </pc:sldLayoutChg>
        <pc:sldLayoutChg chg="add del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937261982" sldId="2147483673"/>
            <pc:sldLayoutMk cId="1836034593" sldId="2147483667"/>
          </pc:sldLayoutMkLst>
        </pc:sldLayoutChg>
        <pc:sldLayoutChg chg="add del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937261982" sldId="2147483673"/>
            <pc:sldLayoutMk cId="1030540810" sldId="2147483668"/>
          </pc:sldLayoutMkLst>
        </pc:sldLayoutChg>
        <pc:sldLayoutChg chg="add del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937261982" sldId="2147483673"/>
            <pc:sldLayoutMk cId="1955180820" sldId="2147483669"/>
          </pc:sldLayoutMkLst>
        </pc:sldLayoutChg>
        <pc:sldLayoutChg chg="add del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937261982" sldId="2147483673"/>
            <pc:sldLayoutMk cId="794212513" sldId="2147483670"/>
          </pc:sldLayoutMkLst>
        </pc:sldLayoutChg>
        <pc:sldLayoutChg chg="add del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937261982" sldId="2147483673"/>
            <pc:sldLayoutMk cId="1326096753" sldId="2147483671"/>
          </pc:sldLayoutMkLst>
        </pc:sldLayoutChg>
        <pc:sldLayoutChg chg="add del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937261982" sldId="2147483673"/>
            <pc:sldLayoutMk cId="4229902690" sldId="2147483672"/>
          </pc:sldLayoutMkLst>
        </pc:sldLayoutChg>
      </pc:sldMasterChg>
      <pc:sldMasterChg chg="add addSldLayout">
        <pc:chgData name="VB-Zimmerman-Gibson, Joshua (Virginia Beach)" userId="d08658ba-7f2c-4f82-b12e-30c210e6c7f4" providerId="ADAL" clId="{23C60D7C-9F91-4633-BF4C-68A2380382C8}" dt="2026-01-06T22:59:21.042" v="8" actId="26606"/>
        <pc:sldMasterMkLst>
          <pc:docMk/>
          <pc:sldMasterMk cId="138410006" sldId="2147483697"/>
        </pc:sldMasterMkLst>
        <pc:sldLayoutChg chg="add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38410006" sldId="2147483697"/>
            <pc:sldLayoutMk cId="3619442740" sldId="2147483686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38410006" sldId="2147483697"/>
            <pc:sldLayoutMk cId="3349650447" sldId="2147483687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38410006" sldId="2147483697"/>
            <pc:sldLayoutMk cId="1243911212" sldId="2147483688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38410006" sldId="2147483697"/>
            <pc:sldLayoutMk cId="3541707578" sldId="2147483689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38410006" sldId="2147483697"/>
            <pc:sldLayoutMk cId="2470362674" sldId="2147483690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38410006" sldId="2147483697"/>
            <pc:sldLayoutMk cId="3455009094" sldId="2147483691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38410006" sldId="2147483697"/>
            <pc:sldLayoutMk cId="2280372944" sldId="2147483692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38410006" sldId="2147483697"/>
            <pc:sldLayoutMk cId="2555447738" sldId="2147483693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38410006" sldId="2147483697"/>
            <pc:sldLayoutMk cId="632455097" sldId="2147483694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38410006" sldId="2147483697"/>
            <pc:sldLayoutMk cId="3761875151" sldId="2147483695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22:59:21.042" v="8" actId="26606"/>
          <pc:sldLayoutMkLst>
            <pc:docMk/>
            <pc:sldMasterMk cId="138410006" sldId="2147483697"/>
            <pc:sldLayoutMk cId="3865454062" sldId="2147483696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raction-design.org/" TargetMode="External"/><Relationship Id="rId2" Type="http://schemas.openxmlformats.org/officeDocument/2006/relationships/hyperlink" Target="https://www.nngroup.com/" TargetMode="External"/><Relationship Id="rId1" Type="http://schemas.openxmlformats.org/officeDocument/2006/relationships/hyperlink" Target="https://www.apple.com/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raction-design.org/" TargetMode="External"/><Relationship Id="rId2" Type="http://schemas.openxmlformats.org/officeDocument/2006/relationships/hyperlink" Target="https://www.nngroup.com/" TargetMode="External"/><Relationship Id="rId1" Type="http://schemas.openxmlformats.org/officeDocument/2006/relationships/hyperlink" Target="https://www.apple.com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3F76EB-979D-4454-B897-E872D4024D3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7A947FD-7778-4BB8-B9B5-AAC678414591}">
      <dgm:prSet/>
      <dgm:spPr/>
      <dgm:t>
        <a:bodyPr/>
        <a:lstStyle/>
        <a:p>
          <a:pPr>
            <a:defRPr b="1"/>
          </a:pPr>
          <a:r>
            <a:rPr lang="en-US"/>
            <a:t>Liked:</a:t>
          </a:r>
        </a:p>
      </dgm:t>
    </dgm:pt>
    <dgm:pt modelId="{80744D93-56AE-40BF-B9C1-8C645CDA7B7A}" type="parTrans" cxnId="{83B6F7FA-BEE9-486D-954F-5FD959D7CD78}">
      <dgm:prSet/>
      <dgm:spPr/>
      <dgm:t>
        <a:bodyPr/>
        <a:lstStyle/>
        <a:p>
          <a:endParaRPr lang="en-US"/>
        </a:p>
      </dgm:t>
    </dgm:pt>
    <dgm:pt modelId="{681CD333-B0BB-407A-A0EB-4FFCA23E1037}" type="sibTrans" cxnId="{83B6F7FA-BEE9-486D-954F-5FD959D7CD78}">
      <dgm:prSet/>
      <dgm:spPr/>
      <dgm:t>
        <a:bodyPr/>
        <a:lstStyle/>
        <a:p>
          <a:endParaRPr lang="en-US"/>
        </a:p>
      </dgm:t>
    </dgm:pt>
    <dgm:pt modelId="{D9E5810D-8A84-4A10-8D2C-57345FF496EF}">
      <dgm:prSet/>
      <dgm:spPr/>
      <dgm:t>
        <a:bodyPr/>
        <a:lstStyle/>
        <a:p>
          <a:r>
            <a:rPr lang="en-US" dirty="0"/>
            <a:t>I got gifted my air pods from my ex-husband. We got our air pods due to the convenience and portability of the product. </a:t>
          </a:r>
        </a:p>
      </dgm:t>
    </dgm:pt>
    <dgm:pt modelId="{C25D78F7-32F4-482C-9E2A-EE32B74219F1}" type="parTrans" cxnId="{41034C43-5FF4-4CF6-B649-2CF5B4B444C2}">
      <dgm:prSet/>
      <dgm:spPr/>
      <dgm:t>
        <a:bodyPr/>
        <a:lstStyle/>
        <a:p>
          <a:endParaRPr lang="en-US"/>
        </a:p>
      </dgm:t>
    </dgm:pt>
    <dgm:pt modelId="{6973A3C9-8113-44F3-864B-2E2AD9DAD43B}" type="sibTrans" cxnId="{41034C43-5FF4-4CF6-B649-2CF5B4B444C2}">
      <dgm:prSet/>
      <dgm:spPr/>
      <dgm:t>
        <a:bodyPr/>
        <a:lstStyle/>
        <a:p>
          <a:endParaRPr lang="en-US"/>
        </a:p>
      </dgm:t>
    </dgm:pt>
    <dgm:pt modelId="{F1BA80C1-3E21-4D14-B95C-6E68BE5D7B53}">
      <dgm:prSet/>
      <dgm:spPr/>
      <dgm:t>
        <a:bodyPr/>
        <a:lstStyle/>
        <a:p>
          <a:r>
            <a:rPr lang="en-US"/>
            <a:t>We also bought them because of the seamless integration with all Apple devices and sound and call clarity especially for people with horrible hearing. </a:t>
          </a:r>
        </a:p>
      </dgm:t>
    </dgm:pt>
    <dgm:pt modelId="{D337206C-23F0-42F7-92AD-A46F00257A28}" type="parTrans" cxnId="{8B5B9093-713E-48B9-ABC0-A15632F4E10B}">
      <dgm:prSet/>
      <dgm:spPr/>
      <dgm:t>
        <a:bodyPr/>
        <a:lstStyle/>
        <a:p>
          <a:endParaRPr lang="en-US"/>
        </a:p>
      </dgm:t>
    </dgm:pt>
    <dgm:pt modelId="{5A9583EA-AD35-45A7-B73C-096B4B658EEB}" type="sibTrans" cxnId="{8B5B9093-713E-48B9-ABC0-A15632F4E10B}">
      <dgm:prSet/>
      <dgm:spPr/>
      <dgm:t>
        <a:bodyPr/>
        <a:lstStyle/>
        <a:p>
          <a:endParaRPr lang="en-US"/>
        </a:p>
      </dgm:t>
    </dgm:pt>
    <dgm:pt modelId="{B84C6066-DFA5-4D1A-B471-88B4C4D101E4}">
      <dgm:prSet/>
      <dgm:spPr/>
      <dgm:t>
        <a:bodyPr/>
        <a:lstStyle/>
        <a:p>
          <a:pPr>
            <a:defRPr b="1"/>
          </a:pPr>
          <a:r>
            <a:rPr lang="en-US"/>
            <a:t>Disliked:</a:t>
          </a:r>
        </a:p>
      </dgm:t>
    </dgm:pt>
    <dgm:pt modelId="{729B4648-401C-4646-B998-1CA0AA1E73C2}" type="parTrans" cxnId="{1B4331FF-C5B1-469D-9230-FE1F8D2EB48A}">
      <dgm:prSet/>
      <dgm:spPr/>
      <dgm:t>
        <a:bodyPr/>
        <a:lstStyle/>
        <a:p>
          <a:endParaRPr lang="en-US"/>
        </a:p>
      </dgm:t>
    </dgm:pt>
    <dgm:pt modelId="{948C802D-64CA-4F96-B5B7-9A1F5F89822A}" type="sibTrans" cxnId="{1B4331FF-C5B1-469D-9230-FE1F8D2EB48A}">
      <dgm:prSet/>
      <dgm:spPr/>
      <dgm:t>
        <a:bodyPr/>
        <a:lstStyle/>
        <a:p>
          <a:endParaRPr lang="en-US"/>
        </a:p>
      </dgm:t>
    </dgm:pt>
    <dgm:pt modelId="{AA1BB1A3-62E9-4AEF-9192-39E975B6DD5D}">
      <dgm:prSet/>
      <dgm:spPr/>
      <dgm:t>
        <a:bodyPr/>
        <a:lstStyle/>
        <a:p>
          <a:r>
            <a:rPr lang="en-US"/>
            <a:t>Battery degradation over time and easily misplaced due to the small size. </a:t>
          </a:r>
        </a:p>
      </dgm:t>
    </dgm:pt>
    <dgm:pt modelId="{3238DD42-C8F5-404C-B1C1-5CF77661F8D1}" type="parTrans" cxnId="{EEEAA71F-A8C7-4816-8BCB-F664752ED21D}">
      <dgm:prSet/>
      <dgm:spPr/>
      <dgm:t>
        <a:bodyPr/>
        <a:lstStyle/>
        <a:p>
          <a:endParaRPr lang="en-US"/>
        </a:p>
      </dgm:t>
    </dgm:pt>
    <dgm:pt modelId="{E6B58A7C-B843-4B7E-88C4-C98194433E52}" type="sibTrans" cxnId="{EEEAA71F-A8C7-4816-8BCB-F664752ED21D}">
      <dgm:prSet/>
      <dgm:spPr/>
      <dgm:t>
        <a:bodyPr/>
        <a:lstStyle/>
        <a:p>
          <a:endParaRPr lang="en-US"/>
        </a:p>
      </dgm:t>
    </dgm:pt>
    <dgm:pt modelId="{1F2BE34E-73FF-429C-A17C-4586F260F582}">
      <dgm:prSet/>
      <dgm:spPr/>
      <dgm:t>
        <a:bodyPr/>
        <a:lstStyle/>
        <a:p>
          <a:r>
            <a:rPr lang="en-US"/>
            <a:t>If it was not for Find My I would have lost them a long time ago. </a:t>
          </a:r>
        </a:p>
      </dgm:t>
    </dgm:pt>
    <dgm:pt modelId="{997FDE69-A5E5-4D04-9416-EA232308FD29}" type="parTrans" cxnId="{EBA6990B-CE00-499B-86F9-6A9951A1A7CE}">
      <dgm:prSet/>
      <dgm:spPr/>
      <dgm:t>
        <a:bodyPr/>
        <a:lstStyle/>
        <a:p>
          <a:endParaRPr lang="en-US"/>
        </a:p>
      </dgm:t>
    </dgm:pt>
    <dgm:pt modelId="{230BF608-4AA6-43DB-8E23-0E0703F99ED1}" type="sibTrans" cxnId="{EBA6990B-CE00-499B-86F9-6A9951A1A7CE}">
      <dgm:prSet/>
      <dgm:spPr/>
      <dgm:t>
        <a:bodyPr/>
        <a:lstStyle/>
        <a:p>
          <a:endParaRPr lang="en-US"/>
        </a:p>
      </dgm:t>
    </dgm:pt>
    <dgm:pt modelId="{BFDD34B0-4D2E-40B0-8006-56949DDFF92F}">
      <dgm:prSet/>
      <dgm:spPr/>
      <dgm:t>
        <a:bodyPr/>
        <a:lstStyle/>
        <a:p>
          <a:r>
            <a:rPr lang="en-US"/>
            <a:t>There is also limited customization of the controls. </a:t>
          </a:r>
        </a:p>
      </dgm:t>
    </dgm:pt>
    <dgm:pt modelId="{FCEE743A-AD02-47C7-A1A5-0E1CD7D4A1BB}" type="parTrans" cxnId="{42B5EF4A-1D2D-4ACC-8E62-C4573B63966E}">
      <dgm:prSet/>
      <dgm:spPr/>
      <dgm:t>
        <a:bodyPr/>
        <a:lstStyle/>
        <a:p>
          <a:endParaRPr lang="en-US"/>
        </a:p>
      </dgm:t>
    </dgm:pt>
    <dgm:pt modelId="{0604097C-FF70-4CF5-B70B-776E0FF8C166}" type="sibTrans" cxnId="{42B5EF4A-1D2D-4ACC-8E62-C4573B63966E}">
      <dgm:prSet/>
      <dgm:spPr/>
      <dgm:t>
        <a:bodyPr/>
        <a:lstStyle/>
        <a:p>
          <a:endParaRPr lang="en-US"/>
        </a:p>
      </dgm:t>
    </dgm:pt>
    <dgm:pt modelId="{8CBF54CB-664F-4B4D-879E-42AD2986F697}" type="pres">
      <dgm:prSet presAssocID="{BD3F76EB-979D-4454-B897-E872D4024D3C}" presName="root" presStyleCnt="0">
        <dgm:presLayoutVars>
          <dgm:dir/>
          <dgm:resizeHandles val="exact"/>
        </dgm:presLayoutVars>
      </dgm:prSet>
      <dgm:spPr/>
    </dgm:pt>
    <dgm:pt modelId="{9C015986-CD73-4F99-8117-A0E64CFD61AD}" type="pres">
      <dgm:prSet presAssocID="{87A947FD-7778-4BB8-B9B5-AAC678414591}" presName="compNode" presStyleCnt="0"/>
      <dgm:spPr/>
    </dgm:pt>
    <dgm:pt modelId="{D7F1452D-175A-4046-93B2-E56F18DE88D6}" type="pres">
      <dgm:prSet presAssocID="{87A947FD-7778-4BB8-B9B5-AAC67841459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p Streamer"/>
        </a:ext>
      </dgm:extLst>
    </dgm:pt>
    <dgm:pt modelId="{AA7A8C81-4FCD-42E3-AD6D-0D831AFC2FA8}" type="pres">
      <dgm:prSet presAssocID="{87A947FD-7778-4BB8-B9B5-AAC678414591}" presName="iconSpace" presStyleCnt="0"/>
      <dgm:spPr/>
    </dgm:pt>
    <dgm:pt modelId="{845C276C-D29C-451C-96C9-2D483DE26EA5}" type="pres">
      <dgm:prSet presAssocID="{87A947FD-7778-4BB8-B9B5-AAC678414591}" presName="parTx" presStyleLbl="revTx" presStyleIdx="0" presStyleCnt="4">
        <dgm:presLayoutVars>
          <dgm:chMax val="0"/>
          <dgm:chPref val="0"/>
        </dgm:presLayoutVars>
      </dgm:prSet>
      <dgm:spPr/>
    </dgm:pt>
    <dgm:pt modelId="{AA28B19B-96E0-4853-842D-20AAD470BA20}" type="pres">
      <dgm:prSet presAssocID="{87A947FD-7778-4BB8-B9B5-AAC678414591}" presName="txSpace" presStyleCnt="0"/>
      <dgm:spPr/>
    </dgm:pt>
    <dgm:pt modelId="{37166FF5-5844-4E31-BCFD-2C1526314DE5}" type="pres">
      <dgm:prSet presAssocID="{87A947FD-7778-4BB8-B9B5-AAC678414591}" presName="desTx" presStyleLbl="revTx" presStyleIdx="1" presStyleCnt="4">
        <dgm:presLayoutVars/>
      </dgm:prSet>
      <dgm:spPr/>
    </dgm:pt>
    <dgm:pt modelId="{381D2840-A67E-4D11-A834-363B63AB3D1A}" type="pres">
      <dgm:prSet presAssocID="{681CD333-B0BB-407A-A0EB-4FFCA23E1037}" presName="sibTrans" presStyleCnt="0"/>
      <dgm:spPr/>
    </dgm:pt>
    <dgm:pt modelId="{169B741D-ADCE-43C5-9044-EF81E5DCD9C9}" type="pres">
      <dgm:prSet presAssocID="{B84C6066-DFA5-4D1A-B471-88B4C4D101E4}" presName="compNode" presStyleCnt="0"/>
      <dgm:spPr/>
    </dgm:pt>
    <dgm:pt modelId="{96F7C9B7-54D5-488C-BA42-55C6214B1EFC}" type="pres">
      <dgm:prSet presAssocID="{B84C6066-DFA5-4D1A-B471-88B4C4D101E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ty Battery"/>
        </a:ext>
      </dgm:extLst>
    </dgm:pt>
    <dgm:pt modelId="{A4879725-3B9F-4ABF-836E-D062A86BC6E6}" type="pres">
      <dgm:prSet presAssocID="{B84C6066-DFA5-4D1A-B471-88B4C4D101E4}" presName="iconSpace" presStyleCnt="0"/>
      <dgm:spPr/>
    </dgm:pt>
    <dgm:pt modelId="{145D9971-7E37-43E5-AD10-662AA9FE97C0}" type="pres">
      <dgm:prSet presAssocID="{B84C6066-DFA5-4D1A-B471-88B4C4D101E4}" presName="parTx" presStyleLbl="revTx" presStyleIdx="2" presStyleCnt="4">
        <dgm:presLayoutVars>
          <dgm:chMax val="0"/>
          <dgm:chPref val="0"/>
        </dgm:presLayoutVars>
      </dgm:prSet>
      <dgm:spPr/>
    </dgm:pt>
    <dgm:pt modelId="{AC96AC8F-B22B-4709-9D72-06D65564F734}" type="pres">
      <dgm:prSet presAssocID="{B84C6066-DFA5-4D1A-B471-88B4C4D101E4}" presName="txSpace" presStyleCnt="0"/>
      <dgm:spPr/>
    </dgm:pt>
    <dgm:pt modelId="{A166EA97-F52D-44F7-8E77-5CB76B3F16B2}" type="pres">
      <dgm:prSet presAssocID="{B84C6066-DFA5-4D1A-B471-88B4C4D101E4}" presName="desTx" presStyleLbl="revTx" presStyleIdx="3" presStyleCnt="4">
        <dgm:presLayoutVars/>
      </dgm:prSet>
      <dgm:spPr/>
    </dgm:pt>
  </dgm:ptLst>
  <dgm:cxnLst>
    <dgm:cxn modelId="{EBA6990B-CE00-499B-86F9-6A9951A1A7CE}" srcId="{B84C6066-DFA5-4D1A-B471-88B4C4D101E4}" destId="{1F2BE34E-73FF-429C-A17C-4586F260F582}" srcOrd="1" destOrd="0" parTransId="{997FDE69-A5E5-4D04-9416-EA232308FD29}" sibTransId="{230BF608-4AA6-43DB-8E23-0E0703F99ED1}"/>
    <dgm:cxn modelId="{EEEAA71F-A8C7-4816-8BCB-F664752ED21D}" srcId="{B84C6066-DFA5-4D1A-B471-88B4C4D101E4}" destId="{AA1BB1A3-62E9-4AEF-9192-39E975B6DD5D}" srcOrd="0" destOrd="0" parTransId="{3238DD42-C8F5-404C-B1C1-5CF77661F8D1}" sibTransId="{E6B58A7C-B843-4B7E-88C4-C98194433E52}"/>
    <dgm:cxn modelId="{7DB0C642-ACFB-4251-93F7-DBF77E0CF639}" type="presOf" srcId="{AA1BB1A3-62E9-4AEF-9192-39E975B6DD5D}" destId="{A166EA97-F52D-44F7-8E77-5CB76B3F16B2}" srcOrd="0" destOrd="0" presId="urn:microsoft.com/office/officeart/2018/5/layout/CenteredIconLabelDescriptionList"/>
    <dgm:cxn modelId="{41034C43-5FF4-4CF6-B649-2CF5B4B444C2}" srcId="{87A947FD-7778-4BB8-B9B5-AAC678414591}" destId="{D9E5810D-8A84-4A10-8D2C-57345FF496EF}" srcOrd="0" destOrd="0" parTransId="{C25D78F7-32F4-482C-9E2A-EE32B74219F1}" sibTransId="{6973A3C9-8113-44F3-864B-2E2AD9DAD43B}"/>
    <dgm:cxn modelId="{42B5EF4A-1D2D-4ACC-8E62-C4573B63966E}" srcId="{B84C6066-DFA5-4D1A-B471-88B4C4D101E4}" destId="{BFDD34B0-4D2E-40B0-8006-56949DDFF92F}" srcOrd="2" destOrd="0" parTransId="{FCEE743A-AD02-47C7-A1A5-0E1CD7D4A1BB}" sibTransId="{0604097C-FF70-4CF5-B70B-776E0FF8C166}"/>
    <dgm:cxn modelId="{A66CCE4C-091F-487F-84B0-803E1A6203CF}" type="presOf" srcId="{BD3F76EB-979D-4454-B897-E872D4024D3C}" destId="{8CBF54CB-664F-4B4D-879E-42AD2986F697}" srcOrd="0" destOrd="0" presId="urn:microsoft.com/office/officeart/2018/5/layout/CenteredIconLabelDescriptionList"/>
    <dgm:cxn modelId="{D978AB5A-D80D-4F1F-B68D-981F42524F36}" type="presOf" srcId="{BFDD34B0-4D2E-40B0-8006-56949DDFF92F}" destId="{A166EA97-F52D-44F7-8E77-5CB76B3F16B2}" srcOrd="0" destOrd="2" presId="urn:microsoft.com/office/officeart/2018/5/layout/CenteredIconLabelDescriptionList"/>
    <dgm:cxn modelId="{7B42788E-7261-4308-9CAF-E8EC0E314631}" type="presOf" srcId="{87A947FD-7778-4BB8-B9B5-AAC678414591}" destId="{845C276C-D29C-451C-96C9-2D483DE26EA5}" srcOrd="0" destOrd="0" presId="urn:microsoft.com/office/officeart/2018/5/layout/CenteredIconLabelDescriptionList"/>
    <dgm:cxn modelId="{695E948F-527E-4562-9FD1-E837EF08E7EF}" type="presOf" srcId="{F1BA80C1-3E21-4D14-B95C-6E68BE5D7B53}" destId="{37166FF5-5844-4E31-BCFD-2C1526314DE5}" srcOrd="0" destOrd="1" presId="urn:microsoft.com/office/officeart/2018/5/layout/CenteredIconLabelDescriptionList"/>
    <dgm:cxn modelId="{8B5B9093-713E-48B9-ABC0-A15632F4E10B}" srcId="{87A947FD-7778-4BB8-B9B5-AAC678414591}" destId="{F1BA80C1-3E21-4D14-B95C-6E68BE5D7B53}" srcOrd="1" destOrd="0" parTransId="{D337206C-23F0-42F7-92AD-A46F00257A28}" sibTransId="{5A9583EA-AD35-45A7-B73C-096B4B658EEB}"/>
    <dgm:cxn modelId="{6871AE99-2FE5-4DB2-837E-07BB3DA77E59}" type="presOf" srcId="{B84C6066-DFA5-4D1A-B471-88B4C4D101E4}" destId="{145D9971-7E37-43E5-AD10-662AA9FE97C0}" srcOrd="0" destOrd="0" presId="urn:microsoft.com/office/officeart/2018/5/layout/CenteredIconLabelDescriptionList"/>
    <dgm:cxn modelId="{085922B9-C891-4999-AAA9-97F08884506A}" type="presOf" srcId="{D9E5810D-8A84-4A10-8D2C-57345FF496EF}" destId="{37166FF5-5844-4E31-BCFD-2C1526314DE5}" srcOrd="0" destOrd="0" presId="urn:microsoft.com/office/officeart/2018/5/layout/CenteredIconLabelDescriptionList"/>
    <dgm:cxn modelId="{A4880EBB-3924-4A5F-9C89-87EE466D7191}" type="presOf" srcId="{1F2BE34E-73FF-429C-A17C-4586F260F582}" destId="{A166EA97-F52D-44F7-8E77-5CB76B3F16B2}" srcOrd="0" destOrd="1" presId="urn:microsoft.com/office/officeart/2018/5/layout/CenteredIconLabelDescriptionList"/>
    <dgm:cxn modelId="{83B6F7FA-BEE9-486D-954F-5FD959D7CD78}" srcId="{BD3F76EB-979D-4454-B897-E872D4024D3C}" destId="{87A947FD-7778-4BB8-B9B5-AAC678414591}" srcOrd="0" destOrd="0" parTransId="{80744D93-56AE-40BF-B9C1-8C645CDA7B7A}" sibTransId="{681CD333-B0BB-407A-A0EB-4FFCA23E1037}"/>
    <dgm:cxn modelId="{1B4331FF-C5B1-469D-9230-FE1F8D2EB48A}" srcId="{BD3F76EB-979D-4454-B897-E872D4024D3C}" destId="{B84C6066-DFA5-4D1A-B471-88B4C4D101E4}" srcOrd="1" destOrd="0" parTransId="{729B4648-401C-4646-B998-1CA0AA1E73C2}" sibTransId="{948C802D-64CA-4F96-B5B7-9A1F5F89822A}"/>
    <dgm:cxn modelId="{908105F4-599E-402B-9A71-FEC2C64C980F}" type="presParOf" srcId="{8CBF54CB-664F-4B4D-879E-42AD2986F697}" destId="{9C015986-CD73-4F99-8117-A0E64CFD61AD}" srcOrd="0" destOrd="0" presId="urn:microsoft.com/office/officeart/2018/5/layout/CenteredIconLabelDescriptionList"/>
    <dgm:cxn modelId="{7B12F665-2865-4304-9B1D-3978D5B4372D}" type="presParOf" srcId="{9C015986-CD73-4F99-8117-A0E64CFD61AD}" destId="{D7F1452D-175A-4046-93B2-E56F18DE88D6}" srcOrd="0" destOrd="0" presId="urn:microsoft.com/office/officeart/2018/5/layout/CenteredIconLabelDescriptionList"/>
    <dgm:cxn modelId="{BA79D409-A871-4C52-ACBC-F9576703A79F}" type="presParOf" srcId="{9C015986-CD73-4F99-8117-A0E64CFD61AD}" destId="{AA7A8C81-4FCD-42E3-AD6D-0D831AFC2FA8}" srcOrd="1" destOrd="0" presId="urn:microsoft.com/office/officeart/2018/5/layout/CenteredIconLabelDescriptionList"/>
    <dgm:cxn modelId="{4167E179-DC99-4DB5-843D-0EC66DA73F7E}" type="presParOf" srcId="{9C015986-CD73-4F99-8117-A0E64CFD61AD}" destId="{845C276C-D29C-451C-96C9-2D483DE26EA5}" srcOrd="2" destOrd="0" presId="urn:microsoft.com/office/officeart/2018/5/layout/CenteredIconLabelDescriptionList"/>
    <dgm:cxn modelId="{33643B27-2EEF-4856-80CA-8B55FE0DE255}" type="presParOf" srcId="{9C015986-CD73-4F99-8117-A0E64CFD61AD}" destId="{AA28B19B-96E0-4853-842D-20AAD470BA20}" srcOrd="3" destOrd="0" presId="urn:microsoft.com/office/officeart/2018/5/layout/CenteredIconLabelDescriptionList"/>
    <dgm:cxn modelId="{CE94B732-C992-41C4-B865-9E0226F687D1}" type="presParOf" srcId="{9C015986-CD73-4F99-8117-A0E64CFD61AD}" destId="{37166FF5-5844-4E31-BCFD-2C1526314DE5}" srcOrd="4" destOrd="0" presId="urn:microsoft.com/office/officeart/2018/5/layout/CenteredIconLabelDescriptionList"/>
    <dgm:cxn modelId="{84C05FE2-F7FA-428C-A9B2-90FFE20F7012}" type="presParOf" srcId="{8CBF54CB-664F-4B4D-879E-42AD2986F697}" destId="{381D2840-A67E-4D11-A834-363B63AB3D1A}" srcOrd="1" destOrd="0" presId="urn:microsoft.com/office/officeart/2018/5/layout/CenteredIconLabelDescriptionList"/>
    <dgm:cxn modelId="{A306D2A9-325F-46F3-A59C-C5453DE6701B}" type="presParOf" srcId="{8CBF54CB-664F-4B4D-879E-42AD2986F697}" destId="{169B741D-ADCE-43C5-9044-EF81E5DCD9C9}" srcOrd="2" destOrd="0" presId="urn:microsoft.com/office/officeart/2018/5/layout/CenteredIconLabelDescriptionList"/>
    <dgm:cxn modelId="{1E85AC1F-0A8A-4685-B59E-E4966575A3C3}" type="presParOf" srcId="{169B741D-ADCE-43C5-9044-EF81E5DCD9C9}" destId="{96F7C9B7-54D5-488C-BA42-55C6214B1EFC}" srcOrd="0" destOrd="0" presId="urn:microsoft.com/office/officeart/2018/5/layout/CenteredIconLabelDescriptionList"/>
    <dgm:cxn modelId="{2EDA2B17-C039-42BF-B943-321430D9E9AC}" type="presParOf" srcId="{169B741D-ADCE-43C5-9044-EF81E5DCD9C9}" destId="{A4879725-3B9F-4ABF-836E-D062A86BC6E6}" srcOrd="1" destOrd="0" presId="urn:microsoft.com/office/officeart/2018/5/layout/CenteredIconLabelDescriptionList"/>
    <dgm:cxn modelId="{7F2AD8CD-A4B5-4B29-B04B-DB752D91CAC2}" type="presParOf" srcId="{169B741D-ADCE-43C5-9044-EF81E5DCD9C9}" destId="{145D9971-7E37-43E5-AD10-662AA9FE97C0}" srcOrd="2" destOrd="0" presId="urn:microsoft.com/office/officeart/2018/5/layout/CenteredIconLabelDescriptionList"/>
    <dgm:cxn modelId="{C02A9D4B-EE02-4619-9CDC-1CA83B775B3C}" type="presParOf" srcId="{169B741D-ADCE-43C5-9044-EF81E5DCD9C9}" destId="{AC96AC8F-B22B-4709-9D72-06D65564F734}" srcOrd="3" destOrd="0" presId="urn:microsoft.com/office/officeart/2018/5/layout/CenteredIconLabelDescriptionList"/>
    <dgm:cxn modelId="{EF868C9E-7736-4106-A1CA-CFAA6634A9C5}" type="presParOf" srcId="{169B741D-ADCE-43C5-9044-EF81E5DCD9C9}" destId="{A166EA97-F52D-44F7-8E77-5CB76B3F16B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0FF906-103F-415F-887C-04D86BA4566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5861B8-983C-44C6-9705-B6B249421203}">
      <dgm:prSet/>
      <dgm:spPr/>
      <dgm:t>
        <a:bodyPr/>
        <a:lstStyle/>
        <a:p>
          <a:pPr>
            <a:defRPr b="1"/>
          </a:pPr>
          <a:r>
            <a:rPr lang="en-US"/>
            <a:t>The Mobile Professional</a:t>
          </a:r>
        </a:p>
      </dgm:t>
    </dgm:pt>
    <dgm:pt modelId="{F7ED71EE-08AF-43FD-BA2B-868908CEAFA8}" type="parTrans" cxnId="{B6B0E2FF-2D74-4309-B69A-161F34E50B22}">
      <dgm:prSet/>
      <dgm:spPr/>
      <dgm:t>
        <a:bodyPr/>
        <a:lstStyle/>
        <a:p>
          <a:endParaRPr lang="en-US"/>
        </a:p>
      </dgm:t>
    </dgm:pt>
    <dgm:pt modelId="{21784D41-C13D-494F-B1BE-C41215C4FAAA}" type="sibTrans" cxnId="{B6B0E2FF-2D74-4309-B69A-161F34E50B22}">
      <dgm:prSet/>
      <dgm:spPr/>
      <dgm:t>
        <a:bodyPr/>
        <a:lstStyle/>
        <a:p>
          <a:endParaRPr lang="en-US"/>
        </a:p>
      </dgm:t>
    </dgm:pt>
    <dgm:pt modelId="{713124A2-2B63-4D57-9A1D-3941D12CA048}">
      <dgm:prSet/>
      <dgm:spPr/>
      <dgm:t>
        <a:bodyPr/>
        <a:lstStyle/>
        <a:p>
          <a:r>
            <a:rPr lang="en-US"/>
            <a:t>Works on the go, needs reliable calls and quick pairing.</a:t>
          </a:r>
        </a:p>
      </dgm:t>
    </dgm:pt>
    <dgm:pt modelId="{62308139-69F1-484E-AEC2-97367B2B49E4}" type="parTrans" cxnId="{40E01253-0D81-4237-B883-200DF3BF5E63}">
      <dgm:prSet/>
      <dgm:spPr/>
      <dgm:t>
        <a:bodyPr/>
        <a:lstStyle/>
        <a:p>
          <a:endParaRPr lang="en-US"/>
        </a:p>
      </dgm:t>
    </dgm:pt>
    <dgm:pt modelId="{7D477C01-C978-4C61-B7DE-5DD7356E2E87}" type="sibTrans" cxnId="{40E01253-0D81-4237-B883-200DF3BF5E63}">
      <dgm:prSet/>
      <dgm:spPr/>
      <dgm:t>
        <a:bodyPr/>
        <a:lstStyle/>
        <a:p>
          <a:endParaRPr lang="en-US"/>
        </a:p>
      </dgm:t>
    </dgm:pt>
    <dgm:pt modelId="{067FDFFF-E98F-4658-BEB3-02FD3F19A7E4}">
      <dgm:prSet/>
      <dgm:spPr/>
      <dgm:t>
        <a:bodyPr/>
        <a:lstStyle/>
        <a:p>
          <a:r>
            <a:rPr lang="en-US"/>
            <a:t>AirPods simplify the transitions between devices. </a:t>
          </a:r>
        </a:p>
      </dgm:t>
    </dgm:pt>
    <dgm:pt modelId="{857A1106-0B68-4B18-A5CB-2DA6F4794223}" type="parTrans" cxnId="{DEBDE0C7-1374-4E8B-990C-B2AD4A1A24C6}">
      <dgm:prSet/>
      <dgm:spPr/>
      <dgm:t>
        <a:bodyPr/>
        <a:lstStyle/>
        <a:p>
          <a:endParaRPr lang="en-US"/>
        </a:p>
      </dgm:t>
    </dgm:pt>
    <dgm:pt modelId="{12999D25-F2EA-4C68-B472-B85F7FFA818D}" type="sibTrans" cxnId="{DEBDE0C7-1374-4E8B-990C-B2AD4A1A24C6}">
      <dgm:prSet/>
      <dgm:spPr/>
      <dgm:t>
        <a:bodyPr/>
        <a:lstStyle/>
        <a:p>
          <a:endParaRPr lang="en-US"/>
        </a:p>
      </dgm:t>
    </dgm:pt>
    <dgm:pt modelId="{1FFE06ED-FEF7-4A47-A315-8316520EA8AD}">
      <dgm:prSet/>
      <dgm:spPr/>
      <dgm:t>
        <a:bodyPr/>
        <a:lstStyle/>
        <a:p>
          <a:pPr>
            <a:defRPr b="1"/>
          </a:pPr>
          <a:r>
            <a:rPr lang="en-US"/>
            <a:t>Fitness Enthusiast </a:t>
          </a:r>
        </a:p>
      </dgm:t>
    </dgm:pt>
    <dgm:pt modelId="{D7D02A41-23CB-4AFF-B8C1-A0EAD294225C}" type="parTrans" cxnId="{FB7964D0-A093-4F10-95B8-8041D4498EDC}">
      <dgm:prSet/>
      <dgm:spPr/>
      <dgm:t>
        <a:bodyPr/>
        <a:lstStyle/>
        <a:p>
          <a:endParaRPr lang="en-US"/>
        </a:p>
      </dgm:t>
    </dgm:pt>
    <dgm:pt modelId="{5AA590E0-BFA6-43C6-8C76-6F76048F2021}" type="sibTrans" cxnId="{FB7964D0-A093-4F10-95B8-8041D4498EDC}">
      <dgm:prSet/>
      <dgm:spPr/>
      <dgm:t>
        <a:bodyPr/>
        <a:lstStyle/>
        <a:p>
          <a:endParaRPr lang="en-US"/>
        </a:p>
      </dgm:t>
    </dgm:pt>
    <dgm:pt modelId="{D881B7C2-196C-4E4B-BB21-29534F2E6F10}">
      <dgm:prSet/>
      <dgm:spPr/>
      <dgm:t>
        <a:bodyPr/>
        <a:lstStyle/>
        <a:p>
          <a:r>
            <a:rPr lang="en-US"/>
            <a:t>Wanting a lightweight wireless audio for workouts.</a:t>
          </a:r>
        </a:p>
      </dgm:t>
    </dgm:pt>
    <dgm:pt modelId="{09179213-8EC2-4E1C-ACF3-366F6174614B}" type="parTrans" cxnId="{678A62EC-6FF3-419C-B220-AC6F8790CF3E}">
      <dgm:prSet/>
      <dgm:spPr/>
      <dgm:t>
        <a:bodyPr/>
        <a:lstStyle/>
        <a:p>
          <a:endParaRPr lang="en-US"/>
        </a:p>
      </dgm:t>
    </dgm:pt>
    <dgm:pt modelId="{C2684FCD-AF90-4452-8375-B6B1B9D40E4D}" type="sibTrans" cxnId="{678A62EC-6FF3-419C-B220-AC6F8790CF3E}">
      <dgm:prSet/>
      <dgm:spPr/>
      <dgm:t>
        <a:bodyPr/>
        <a:lstStyle/>
        <a:p>
          <a:endParaRPr lang="en-US"/>
        </a:p>
      </dgm:t>
    </dgm:pt>
    <dgm:pt modelId="{E83A3FF8-570A-4F17-867E-54B773D0D4F8}">
      <dgm:prSet/>
      <dgm:spPr/>
      <dgm:t>
        <a:bodyPr/>
        <a:lstStyle/>
        <a:p>
          <a:r>
            <a:rPr lang="en-US"/>
            <a:t>No wires, they are sweat resistant as well. </a:t>
          </a:r>
        </a:p>
      </dgm:t>
    </dgm:pt>
    <dgm:pt modelId="{EAAAC803-F86D-4EAF-BF2C-E3695007E898}" type="parTrans" cxnId="{4145926E-00F4-4C50-8308-9ACBEE9CC397}">
      <dgm:prSet/>
      <dgm:spPr/>
      <dgm:t>
        <a:bodyPr/>
        <a:lstStyle/>
        <a:p>
          <a:endParaRPr lang="en-US"/>
        </a:p>
      </dgm:t>
    </dgm:pt>
    <dgm:pt modelId="{4558064A-21B9-4693-8FE5-64EB249DCBBA}" type="sibTrans" cxnId="{4145926E-00F4-4C50-8308-9ACBEE9CC397}">
      <dgm:prSet/>
      <dgm:spPr/>
      <dgm:t>
        <a:bodyPr/>
        <a:lstStyle/>
        <a:p>
          <a:endParaRPr lang="en-US"/>
        </a:p>
      </dgm:t>
    </dgm:pt>
    <dgm:pt modelId="{1AC4BD9D-F101-4757-9E5E-513C4D5B00E9}">
      <dgm:prSet/>
      <dgm:spPr/>
      <dgm:t>
        <a:bodyPr/>
        <a:lstStyle/>
        <a:p>
          <a:pPr>
            <a:defRPr b="1"/>
          </a:pPr>
          <a:r>
            <a:rPr lang="en-US"/>
            <a:t>Casual Listener</a:t>
          </a:r>
        </a:p>
      </dgm:t>
    </dgm:pt>
    <dgm:pt modelId="{531327B9-45C4-4D8F-A4C6-E9B2D2B08DC9}" type="parTrans" cxnId="{C428EA65-957A-4C7A-BC56-61E08FA40E7C}">
      <dgm:prSet/>
      <dgm:spPr/>
      <dgm:t>
        <a:bodyPr/>
        <a:lstStyle/>
        <a:p>
          <a:endParaRPr lang="en-US"/>
        </a:p>
      </dgm:t>
    </dgm:pt>
    <dgm:pt modelId="{88B471D8-2178-40AD-8485-DE91558EE33D}" type="sibTrans" cxnId="{C428EA65-957A-4C7A-BC56-61E08FA40E7C}">
      <dgm:prSet/>
      <dgm:spPr/>
      <dgm:t>
        <a:bodyPr/>
        <a:lstStyle/>
        <a:p>
          <a:endParaRPr lang="en-US"/>
        </a:p>
      </dgm:t>
    </dgm:pt>
    <dgm:pt modelId="{4E0817AD-EEEC-4E40-80B1-C3B3B0483C51}">
      <dgm:prSet/>
      <dgm:spPr/>
      <dgm:t>
        <a:bodyPr/>
        <a:lstStyle/>
        <a:p>
          <a:r>
            <a:rPr lang="en-US"/>
            <a:t>Uses audio for music, podcasts, and commuting. </a:t>
          </a:r>
        </a:p>
      </dgm:t>
    </dgm:pt>
    <dgm:pt modelId="{77A70FB4-C26E-43A7-B450-78982EC72E7A}" type="parTrans" cxnId="{52E88752-1744-4D14-82DB-F2B859C83634}">
      <dgm:prSet/>
      <dgm:spPr/>
      <dgm:t>
        <a:bodyPr/>
        <a:lstStyle/>
        <a:p>
          <a:endParaRPr lang="en-US"/>
        </a:p>
      </dgm:t>
    </dgm:pt>
    <dgm:pt modelId="{A2B0CBB7-E289-4986-A611-89FD8C9929B1}" type="sibTrans" cxnId="{52E88752-1744-4D14-82DB-F2B859C83634}">
      <dgm:prSet/>
      <dgm:spPr/>
      <dgm:t>
        <a:bodyPr/>
        <a:lstStyle/>
        <a:p>
          <a:endParaRPr lang="en-US"/>
        </a:p>
      </dgm:t>
    </dgm:pt>
    <dgm:pt modelId="{F704915F-C6EC-4586-B70E-00D623451972}">
      <dgm:prSet/>
      <dgm:spPr/>
      <dgm:t>
        <a:bodyPr/>
        <a:lstStyle/>
        <a:p>
          <a:r>
            <a:rPr lang="en-US"/>
            <a:t>It is simple and intuitive. </a:t>
          </a:r>
        </a:p>
      </dgm:t>
    </dgm:pt>
    <dgm:pt modelId="{768937C3-FB88-4A7B-9D39-D742B49D56A0}" type="parTrans" cxnId="{68D033C4-9D74-4B66-BE32-209A77CB255D}">
      <dgm:prSet/>
      <dgm:spPr/>
      <dgm:t>
        <a:bodyPr/>
        <a:lstStyle/>
        <a:p>
          <a:endParaRPr lang="en-US"/>
        </a:p>
      </dgm:t>
    </dgm:pt>
    <dgm:pt modelId="{383D5300-CB37-4164-AE00-25AA8F411C80}" type="sibTrans" cxnId="{68D033C4-9D74-4B66-BE32-209A77CB255D}">
      <dgm:prSet/>
      <dgm:spPr/>
      <dgm:t>
        <a:bodyPr/>
        <a:lstStyle/>
        <a:p>
          <a:endParaRPr lang="en-US"/>
        </a:p>
      </dgm:t>
    </dgm:pt>
    <dgm:pt modelId="{08A4FD17-7E39-447F-A649-4080B4DA99EF}" type="pres">
      <dgm:prSet presAssocID="{A80FF906-103F-415F-887C-04D86BA4566A}" presName="linear" presStyleCnt="0">
        <dgm:presLayoutVars>
          <dgm:dir/>
          <dgm:animLvl val="lvl"/>
          <dgm:resizeHandles val="exact"/>
        </dgm:presLayoutVars>
      </dgm:prSet>
      <dgm:spPr/>
    </dgm:pt>
    <dgm:pt modelId="{45872961-D2B7-48E6-849C-D883F10B3413}" type="pres">
      <dgm:prSet presAssocID="{5E5861B8-983C-44C6-9705-B6B249421203}" presName="parentLin" presStyleCnt="0"/>
      <dgm:spPr/>
    </dgm:pt>
    <dgm:pt modelId="{37DCC795-68CA-4851-BB32-BB01D3057AC7}" type="pres">
      <dgm:prSet presAssocID="{5E5861B8-983C-44C6-9705-B6B249421203}" presName="parentLeftMargin" presStyleLbl="node1" presStyleIdx="0" presStyleCnt="3"/>
      <dgm:spPr/>
    </dgm:pt>
    <dgm:pt modelId="{295815C5-D80A-47E6-9849-56687BDE5A40}" type="pres">
      <dgm:prSet presAssocID="{5E5861B8-983C-44C6-9705-B6B24942120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90F178C-34C5-4BE3-A410-A8558F223C35}" type="pres">
      <dgm:prSet presAssocID="{5E5861B8-983C-44C6-9705-B6B249421203}" presName="negativeSpace" presStyleCnt="0"/>
      <dgm:spPr/>
    </dgm:pt>
    <dgm:pt modelId="{7DDA08EB-540A-4FF9-9B3D-960132E15D35}" type="pres">
      <dgm:prSet presAssocID="{5E5861B8-983C-44C6-9705-B6B249421203}" presName="childText" presStyleLbl="conFgAcc1" presStyleIdx="0" presStyleCnt="3">
        <dgm:presLayoutVars>
          <dgm:bulletEnabled val="1"/>
        </dgm:presLayoutVars>
      </dgm:prSet>
      <dgm:spPr/>
    </dgm:pt>
    <dgm:pt modelId="{AFC3E598-85DE-4B1E-958E-A5E78B206B3F}" type="pres">
      <dgm:prSet presAssocID="{21784D41-C13D-494F-B1BE-C41215C4FAAA}" presName="spaceBetweenRectangles" presStyleCnt="0"/>
      <dgm:spPr/>
    </dgm:pt>
    <dgm:pt modelId="{E6CBE15D-A025-4330-9EF1-F9BA9A19B614}" type="pres">
      <dgm:prSet presAssocID="{1FFE06ED-FEF7-4A47-A315-8316520EA8AD}" presName="parentLin" presStyleCnt="0"/>
      <dgm:spPr/>
    </dgm:pt>
    <dgm:pt modelId="{4F36F095-7107-4CE7-8402-ADD759B37488}" type="pres">
      <dgm:prSet presAssocID="{1FFE06ED-FEF7-4A47-A315-8316520EA8AD}" presName="parentLeftMargin" presStyleLbl="node1" presStyleIdx="0" presStyleCnt="3"/>
      <dgm:spPr/>
    </dgm:pt>
    <dgm:pt modelId="{9B2B62E5-3CF7-4BE1-8A8F-677FFEAB9775}" type="pres">
      <dgm:prSet presAssocID="{1FFE06ED-FEF7-4A47-A315-8316520EA8A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CA470E7-E167-44D2-9A0F-056E25C22395}" type="pres">
      <dgm:prSet presAssocID="{1FFE06ED-FEF7-4A47-A315-8316520EA8AD}" presName="negativeSpace" presStyleCnt="0"/>
      <dgm:spPr/>
    </dgm:pt>
    <dgm:pt modelId="{20DF6858-CA2E-4F08-876A-BAF5479142D3}" type="pres">
      <dgm:prSet presAssocID="{1FFE06ED-FEF7-4A47-A315-8316520EA8AD}" presName="childText" presStyleLbl="conFgAcc1" presStyleIdx="1" presStyleCnt="3">
        <dgm:presLayoutVars>
          <dgm:bulletEnabled val="1"/>
        </dgm:presLayoutVars>
      </dgm:prSet>
      <dgm:spPr/>
    </dgm:pt>
    <dgm:pt modelId="{90F9066E-E73E-4ADF-9D05-2FA08CAB338F}" type="pres">
      <dgm:prSet presAssocID="{5AA590E0-BFA6-43C6-8C76-6F76048F2021}" presName="spaceBetweenRectangles" presStyleCnt="0"/>
      <dgm:spPr/>
    </dgm:pt>
    <dgm:pt modelId="{A5D43308-78F3-4124-9672-2CE85B7D2071}" type="pres">
      <dgm:prSet presAssocID="{1AC4BD9D-F101-4757-9E5E-513C4D5B00E9}" presName="parentLin" presStyleCnt="0"/>
      <dgm:spPr/>
    </dgm:pt>
    <dgm:pt modelId="{2144DA1F-7FC1-4235-A593-2B17D1DCB4BC}" type="pres">
      <dgm:prSet presAssocID="{1AC4BD9D-F101-4757-9E5E-513C4D5B00E9}" presName="parentLeftMargin" presStyleLbl="node1" presStyleIdx="1" presStyleCnt="3"/>
      <dgm:spPr/>
    </dgm:pt>
    <dgm:pt modelId="{887A94EF-9B6F-4692-8838-8110A2D5573B}" type="pres">
      <dgm:prSet presAssocID="{1AC4BD9D-F101-4757-9E5E-513C4D5B00E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4198FE7-7370-4455-B402-B105D2A72EFE}" type="pres">
      <dgm:prSet presAssocID="{1AC4BD9D-F101-4757-9E5E-513C4D5B00E9}" presName="negativeSpace" presStyleCnt="0"/>
      <dgm:spPr/>
    </dgm:pt>
    <dgm:pt modelId="{98F40000-7E22-4439-9797-6849A5A0D09C}" type="pres">
      <dgm:prSet presAssocID="{1AC4BD9D-F101-4757-9E5E-513C4D5B00E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BA1C600-599A-4052-8862-EE586A660B24}" type="presOf" srcId="{5E5861B8-983C-44C6-9705-B6B249421203}" destId="{295815C5-D80A-47E6-9849-56687BDE5A40}" srcOrd="1" destOrd="0" presId="urn:microsoft.com/office/officeart/2005/8/layout/list1"/>
    <dgm:cxn modelId="{60281605-E5E4-4293-82E2-42C736B2BA9C}" type="presOf" srcId="{F704915F-C6EC-4586-B70E-00D623451972}" destId="{98F40000-7E22-4439-9797-6849A5A0D09C}" srcOrd="0" destOrd="1" presId="urn:microsoft.com/office/officeart/2005/8/layout/list1"/>
    <dgm:cxn modelId="{52691217-FFCC-43BB-BE7F-19E25D70DABA}" type="presOf" srcId="{1AC4BD9D-F101-4757-9E5E-513C4D5B00E9}" destId="{887A94EF-9B6F-4692-8838-8110A2D5573B}" srcOrd="1" destOrd="0" presId="urn:microsoft.com/office/officeart/2005/8/layout/list1"/>
    <dgm:cxn modelId="{A6AF1222-A283-41EE-A7B2-4FAA02B79E24}" type="presOf" srcId="{A80FF906-103F-415F-887C-04D86BA4566A}" destId="{08A4FD17-7E39-447F-A649-4080B4DA99EF}" srcOrd="0" destOrd="0" presId="urn:microsoft.com/office/officeart/2005/8/layout/list1"/>
    <dgm:cxn modelId="{7EDD3830-62A2-4941-8F93-BB28BF9CA60A}" type="presOf" srcId="{713124A2-2B63-4D57-9A1D-3941D12CA048}" destId="{7DDA08EB-540A-4FF9-9B3D-960132E15D35}" srcOrd="0" destOrd="0" presId="urn:microsoft.com/office/officeart/2005/8/layout/list1"/>
    <dgm:cxn modelId="{1483CF39-409E-4944-ACC8-27E4CC25E273}" type="presOf" srcId="{1AC4BD9D-F101-4757-9E5E-513C4D5B00E9}" destId="{2144DA1F-7FC1-4235-A593-2B17D1DCB4BC}" srcOrd="0" destOrd="0" presId="urn:microsoft.com/office/officeart/2005/8/layout/list1"/>
    <dgm:cxn modelId="{C428EA65-957A-4C7A-BC56-61E08FA40E7C}" srcId="{A80FF906-103F-415F-887C-04D86BA4566A}" destId="{1AC4BD9D-F101-4757-9E5E-513C4D5B00E9}" srcOrd="2" destOrd="0" parTransId="{531327B9-45C4-4D8F-A4C6-E9B2D2B08DC9}" sibTransId="{88B471D8-2178-40AD-8485-DE91558EE33D}"/>
    <dgm:cxn modelId="{DA423049-EBC2-4312-8D1B-5D47D9A57267}" type="presOf" srcId="{4E0817AD-EEEC-4E40-80B1-C3B3B0483C51}" destId="{98F40000-7E22-4439-9797-6849A5A0D09C}" srcOrd="0" destOrd="0" presId="urn:microsoft.com/office/officeart/2005/8/layout/list1"/>
    <dgm:cxn modelId="{4145926E-00F4-4C50-8308-9ACBEE9CC397}" srcId="{1FFE06ED-FEF7-4A47-A315-8316520EA8AD}" destId="{E83A3FF8-570A-4F17-867E-54B773D0D4F8}" srcOrd="1" destOrd="0" parTransId="{EAAAC803-F86D-4EAF-BF2C-E3695007E898}" sibTransId="{4558064A-21B9-4693-8FE5-64EB249DCBBA}"/>
    <dgm:cxn modelId="{52E88752-1744-4D14-82DB-F2B859C83634}" srcId="{1AC4BD9D-F101-4757-9E5E-513C4D5B00E9}" destId="{4E0817AD-EEEC-4E40-80B1-C3B3B0483C51}" srcOrd="0" destOrd="0" parTransId="{77A70FB4-C26E-43A7-B450-78982EC72E7A}" sibTransId="{A2B0CBB7-E289-4986-A611-89FD8C9929B1}"/>
    <dgm:cxn modelId="{40E01253-0D81-4237-B883-200DF3BF5E63}" srcId="{5E5861B8-983C-44C6-9705-B6B249421203}" destId="{713124A2-2B63-4D57-9A1D-3941D12CA048}" srcOrd="0" destOrd="0" parTransId="{62308139-69F1-484E-AEC2-97367B2B49E4}" sibTransId="{7D477C01-C978-4C61-B7DE-5DD7356E2E87}"/>
    <dgm:cxn modelId="{83C7707A-C0E3-4780-9872-EF6EBC5AFF69}" type="presOf" srcId="{1FFE06ED-FEF7-4A47-A315-8316520EA8AD}" destId="{9B2B62E5-3CF7-4BE1-8A8F-677FFEAB9775}" srcOrd="1" destOrd="0" presId="urn:microsoft.com/office/officeart/2005/8/layout/list1"/>
    <dgm:cxn modelId="{4EE9BD7C-47E7-4B06-9211-6D05C5BF5907}" type="presOf" srcId="{E83A3FF8-570A-4F17-867E-54B773D0D4F8}" destId="{20DF6858-CA2E-4F08-876A-BAF5479142D3}" srcOrd="0" destOrd="1" presId="urn:microsoft.com/office/officeart/2005/8/layout/list1"/>
    <dgm:cxn modelId="{69FE2086-9109-4003-8EE4-ED42AEAF7E09}" type="presOf" srcId="{5E5861B8-983C-44C6-9705-B6B249421203}" destId="{37DCC795-68CA-4851-BB32-BB01D3057AC7}" srcOrd="0" destOrd="0" presId="urn:microsoft.com/office/officeart/2005/8/layout/list1"/>
    <dgm:cxn modelId="{68D033C4-9D74-4B66-BE32-209A77CB255D}" srcId="{1AC4BD9D-F101-4757-9E5E-513C4D5B00E9}" destId="{F704915F-C6EC-4586-B70E-00D623451972}" srcOrd="1" destOrd="0" parTransId="{768937C3-FB88-4A7B-9D39-D742B49D56A0}" sibTransId="{383D5300-CB37-4164-AE00-25AA8F411C80}"/>
    <dgm:cxn modelId="{DEBDE0C7-1374-4E8B-990C-B2AD4A1A24C6}" srcId="{5E5861B8-983C-44C6-9705-B6B249421203}" destId="{067FDFFF-E98F-4658-BEB3-02FD3F19A7E4}" srcOrd="1" destOrd="0" parTransId="{857A1106-0B68-4B18-A5CB-2DA6F4794223}" sibTransId="{12999D25-F2EA-4C68-B472-B85F7FFA818D}"/>
    <dgm:cxn modelId="{5F68A6CB-3B63-4C55-A794-4D0880085014}" type="presOf" srcId="{1FFE06ED-FEF7-4A47-A315-8316520EA8AD}" destId="{4F36F095-7107-4CE7-8402-ADD759B37488}" srcOrd="0" destOrd="0" presId="urn:microsoft.com/office/officeart/2005/8/layout/list1"/>
    <dgm:cxn modelId="{FB7964D0-A093-4F10-95B8-8041D4498EDC}" srcId="{A80FF906-103F-415F-887C-04D86BA4566A}" destId="{1FFE06ED-FEF7-4A47-A315-8316520EA8AD}" srcOrd="1" destOrd="0" parTransId="{D7D02A41-23CB-4AFF-B8C1-A0EAD294225C}" sibTransId="{5AA590E0-BFA6-43C6-8C76-6F76048F2021}"/>
    <dgm:cxn modelId="{E9BDDCD9-E835-45F3-9FA8-15E5CFD9A54B}" type="presOf" srcId="{D881B7C2-196C-4E4B-BB21-29534F2E6F10}" destId="{20DF6858-CA2E-4F08-876A-BAF5479142D3}" srcOrd="0" destOrd="0" presId="urn:microsoft.com/office/officeart/2005/8/layout/list1"/>
    <dgm:cxn modelId="{99F28CDF-3A58-4E84-BA6C-7F165448BE01}" type="presOf" srcId="{067FDFFF-E98F-4658-BEB3-02FD3F19A7E4}" destId="{7DDA08EB-540A-4FF9-9B3D-960132E15D35}" srcOrd="0" destOrd="1" presId="urn:microsoft.com/office/officeart/2005/8/layout/list1"/>
    <dgm:cxn modelId="{678A62EC-6FF3-419C-B220-AC6F8790CF3E}" srcId="{1FFE06ED-FEF7-4A47-A315-8316520EA8AD}" destId="{D881B7C2-196C-4E4B-BB21-29534F2E6F10}" srcOrd="0" destOrd="0" parTransId="{09179213-8EC2-4E1C-ACF3-366F6174614B}" sibTransId="{C2684FCD-AF90-4452-8375-B6B1B9D40E4D}"/>
    <dgm:cxn modelId="{B6B0E2FF-2D74-4309-B69A-161F34E50B22}" srcId="{A80FF906-103F-415F-887C-04D86BA4566A}" destId="{5E5861B8-983C-44C6-9705-B6B249421203}" srcOrd="0" destOrd="0" parTransId="{F7ED71EE-08AF-43FD-BA2B-868908CEAFA8}" sibTransId="{21784D41-C13D-494F-B1BE-C41215C4FAAA}"/>
    <dgm:cxn modelId="{0206EAD9-60EF-4C34-A340-2F08A8C64EB6}" type="presParOf" srcId="{08A4FD17-7E39-447F-A649-4080B4DA99EF}" destId="{45872961-D2B7-48E6-849C-D883F10B3413}" srcOrd="0" destOrd="0" presId="urn:microsoft.com/office/officeart/2005/8/layout/list1"/>
    <dgm:cxn modelId="{597160FC-4C3E-4CB0-BFDC-AE833C3DF9BB}" type="presParOf" srcId="{45872961-D2B7-48E6-849C-D883F10B3413}" destId="{37DCC795-68CA-4851-BB32-BB01D3057AC7}" srcOrd="0" destOrd="0" presId="urn:microsoft.com/office/officeart/2005/8/layout/list1"/>
    <dgm:cxn modelId="{46AF763F-896B-49BF-B21A-233D8BF65A15}" type="presParOf" srcId="{45872961-D2B7-48E6-849C-D883F10B3413}" destId="{295815C5-D80A-47E6-9849-56687BDE5A40}" srcOrd="1" destOrd="0" presId="urn:microsoft.com/office/officeart/2005/8/layout/list1"/>
    <dgm:cxn modelId="{350D7330-002F-4673-A560-36DE1B325A65}" type="presParOf" srcId="{08A4FD17-7E39-447F-A649-4080B4DA99EF}" destId="{190F178C-34C5-4BE3-A410-A8558F223C35}" srcOrd="1" destOrd="0" presId="urn:microsoft.com/office/officeart/2005/8/layout/list1"/>
    <dgm:cxn modelId="{21494AB9-C08D-47FF-B058-145A861FCDD8}" type="presParOf" srcId="{08A4FD17-7E39-447F-A649-4080B4DA99EF}" destId="{7DDA08EB-540A-4FF9-9B3D-960132E15D35}" srcOrd="2" destOrd="0" presId="urn:microsoft.com/office/officeart/2005/8/layout/list1"/>
    <dgm:cxn modelId="{EDFF36A4-1314-4FF3-80FC-95B4E2E7DB9E}" type="presParOf" srcId="{08A4FD17-7E39-447F-A649-4080B4DA99EF}" destId="{AFC3E598-85DE-4B1E-958E-A5E78B206B3F}" srcOrd="3" destOrd="0" presId="urn:microsoft.com/office/officeart/2005/8/layout/list1"/>
    <dgm:cxn modelId="{20C46791-AD85-4FBA-8A5D-5E590D514B59}" type="presParOf" srcId="{08A4FD17-7E39-447F-A649-4080B4DA99EF}" destId="{E6CBE15D-A025-4330-9EF1-F9BA9A19B614}" srcOrd="4" destOrd="0" presId="urn:microsoft.com/office/officeart/2005/8/layout/list1"/>
    <dgm:cxn modelId="{E61BC229-4B7C-4402-9BAD-E95D881E5B80}" type="presParOf" srcId="{E6CBE15D-A025-4330-9EF1-F9BA9A19B614}" destId="{4F36F095-7107-4CE7-8402-ADD759B37488}" srcOrd="0" destOrd="0" presId="urn:microsoft.com/office/officeart/2005/8/layout/list1"/>
    <dgm:cxn modelId="{DA1E2A6D-F9D4-41C0-B783-4884FB544AEE}" type="presParOf" srcId="{E6CBE15D-A025-4330-9EF1-F9BA9A19B614}" destId="{9B2B62E5-3CF7-4BE1-8A8F-677FFEAB9775}" srcOrd="1" destOrd="0" presId="urn:microsoft.com/office/officeart/2005/8/layout/list1"/>
    <dgm:cxn modelId="{7419D2F6-75CE-4E29-B26B-9F45D2DA1C7D}" type="presParOf" srcId="{08A4FD17-7E39-447F-A649-4080B4DA99EF}" destId="{DCA470E7-E167-44D2-9A0F-056E25C22395}" srcOrd="5" destOrd="0" presId="urn:microsoft.com/office/officeart/2005/8/layout/list1"/>
    <dgm:cxn modelId="{2A4F01F8-5425-4895-BC5B-6EFFEE2B86F4}" type="presParOf" srcId="{08A4FD17-7E39-447F-A649-4080B4DA99EF}" destId="{20DF6858-CA2E-4F08-876A-BAF5479142D3}" srcOrd="6" destOrd="0" presId="urn:microsoft.com/office/officeart/2005/8/layout/list1"/>
    <dgm:cxn modelId="{831C306B-7C94-4B63-A86C-D23F4646DE44}" type="presParOf" srcId="{08A4FD17-7E39-447F-A649-4080B4DA99EF}" destId="{90F9066E-E73E-4ADF-9D05-2FA08CAB338F}" srcOrd="7" destOrd="0" presId="urn:microsoft.com/office/officeart/2005/8/layout/list1"/>
    <dgm:cxn modelId="{6E3B4BA5-53D0-4116-82BD-2CE921EAF2D2}" type="presParOf" srcId="{08A4FD17-7E39-447F-A649-4080B4DA99EF}" destId="{A5D43308-78F3-4124-9672-2CE85B7D2071}" srcOrd="8" destOrd="0" presId="urn:microsoft.com/office/officeart/2005/8/layout/list1"/>
    <dgm:cxn modelId="{3AF6C2B7-C834-4326-B68C-6FD0F0E04759}" type="presParOf" srcId="{A5D43308-78F3-4124-9672-2CE85B7D2071}" destId="{2144DA1F-7FC1-4235-A593-2B17D1DCB4BC}" srcOrd="0" destOrd="0" presId="urn:microsoft.com/office/officeart/2005/8/layout/list1"/>
    <dgm:cxn modelId="{47386916-591F-4B88-99A8-B4597A758028}" type="presParOf" srcId="{A5D43308-78F3-4124-9672-2CE85B7D2071}" destId="{887A94EF-9B6F-4692-8838-8110A2D5573B}" srcOrd="1" destOrd="0" presId="urn:microsoft.com/office/officeart/2005/8/layout/list1"/>
    <dgm:cxn modelId="{9740BF62-DC2A-46F5-962F-404108C4348E}" type="presParOf" srcId="{08A4FD17-7E39-447F-A649-4080B4DA99EF}" destId="{64198FE7-7370-4455-B402-B105D2A72EFE}" srcOrd="9" destOrd="0" presId="urn:microsoft.com/office/officeart/2005/8/layout/list1"/>
    <dgm:cxn modelId="{8BB31C02-8701-4940-9737-CDD942897AA5}" type="presParOf" srcId="{08A4FD17-7E39-447F-A649-4080B4DA99EF}" destId="{98F40000-7E22-4439-9797-6849A5A0D09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FB0C1B-DACD-4ED9-BBCC-A3E2E24A793C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2ADA5BC-FB11-43A3-9378-09215AE677E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For Battery Degradation</a:t>
          </a:r>
          <a:endParaRPr lang="en-US"/>
        </a:p>
      </dgm:t>
    </dgm:pt>
    <dgm:pt modelId="{AAC97DA4-2059-45D9-8513-C7820C72E377}" type="parTrans" cxnId="{78A44353-4E76-436F-985D-E2740227483C}">
      <dgm:prSet/>
      <dgm:spPr/>
      <dgm:t>
        <a:bodyPr/>
        <a:lstStyle/>
        <a:p>
          <a:endParaRPr lang="en-US"/>
        </a:p>
      </dgm:t>
    </dgm:pt>
    <dgm:pt modelId="{BC378954-16FF-4784-9F15-11A939EE122E}" type="sibTrans" cxnId="{78A44353-4E76-436F-985D-E2740227483C}">
      <dgm:prSet/>
      <dgm:spPr/>
      <dgm:t>
        <a:bodyPr/>
        <a:lstStyle/>
        <a:p>
          <a:endParaRPr lang="en-US"/>
        </a:p>
      </dgm:t>
    </dgm:pt>
    <dgm:pt modelId="{102F3375-04A7-4C09-8485-39033764E1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long do you expect your earbuds to last before needing replacement?</a:t>
          </a:r>
        </a:p>
      </dgm:t>
    </dgm:pt>
    <dgm:pt modelId="{8D304D34-F1B2-463C-86B4-C176D592EB7F}" type="parTrans" cxnId="{ED93715A-1EE4-4195-92FF-F41D216491EF}">
      <dgm:prSet/>
      <dgm:spPr/>
      <dgm:t>
        <a:bodyPr/>
        <a:lstStyle/>
        <a:p>
          <a:endParaRPr lang="en-US"/>
        </a:p>
      </dgm:t>
    </dgm:pt>
    <dgm:pt modelId="{3F133B2B-7D94-4F4F-B163-9F3AAA62269E}" type="sibTrans" cxnId="{ED93715A-1EE4-4195-92FF-F41D216491EF}">
      <dgm:prSet/>
      <dgm:spPr/>
      <dgm:t>
        <a:bodyPr/>
        <a:lstStyle/>
        <a:p>
          <a:endParaRPr lang="en-US"/>
        </a:p>
      </dgm:t>
    </dgm:pt>
    <dgm:pt modelId="{3528F88E-1D6B-436D-BDFA-F8C22305A9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frustrations do you experience when battery life decreases over time?</a:t>
          </a:r>
        </a:p>
      </dgm:t>
    </dgm:pt>
    <dgm:pt modelId="{351F5563-1BA3-4FB0-B0E8-B893990D69E6}" type="parTrans" cxnId="{402FBCA7-4F19-4403-8B6E-D20221A6138A}">
      <dgm:prSet/>
      <dgm:spPr/>
      <dgm:t>
        <a:bodyPr/>
        <a:lstStyle/>
        <a:p>
          <a:endParaRPr lang="en-US"/>
        </a:p>
      </dgm:t>
    </dgm:pt>
    <dgm:pt modelId="{ED1C58E6-A698-4EA3-AEE8-47DC656CA916}" type="sibTrans" cxnId="{402FBCA7-4F19-4403-8B6E-D20221A6138A}">
      <dgm:prSet/>
      <dgm:spPr/>
      <dgm:t>
        <a:bodyPr/>
        <a:lstStyle/>
        <a:p>
          <a:endParaRPr lang="en-US"/>
        </a:p>
      </dgm:t>
    </dgm:pt>
    <dgm:pt modelId="{5D53E993-81D0-40F3-8261-7B9294BC572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For Ease of Losing Them</a:t>
          </a:r>
          <a:endParaRPr lang="en-US"/>
        </a:p>
      </dgm:t>
    </dgm:pt>
    <dgm:pt modelId="{18B57FF6-8A9B-49C1-ADEE-8617D85E6616}" type="parTrans" cxnId="{A7D92F17-CBA2-4DB6-AFA7-CCB5984CBB25}">
      <dgm:prSet/>
      <dgm:spPr/>
      <dgm:t>
        <a:bodyPr/>
        <a:lstStyle/>
        <a:p>
          <a:endParaRPr lang="en-US"/>
        </a:p>
      </dgm:t>
    </dgm:pt>
    <dgm:pt modelId="{53788929-4359-4A52-B907-2BDDE2FFF32E}" type="sibTrans" cxnId="{A7D92F17-CBA2-4DB6-AFA7-CCB5984CBB25}">
      <dgm:prSet/>
      <dgm:spPr/>
      <dgm:t>
        <a:bodyPr/>
        <a:lstStyle/>
        <a:p>
          <a:endParaRPr lang="en-US"/>
        </a:p>
      </dgm:t>
    </dgm:pt>
    <dgm:pt modelId="{B6163AC0-7166-471F-B64E-E560C43DB3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what situations do you misplace small tech accessories?</a:t>
          </a:r>
        </a:p>
      </dgm:t>
    </dgm:pt>
    <dgm:pt modelId="{734CA408-D172-4C7E-924C-1BC1229483D1}" type="parTrans" cxnId="{BE117953-5EDE-48FD-8741-D4FC09FC37DB}">
      <dgm:prSet/>
      <dgm:spPr/>
      <dgm:t>
        <a:bodyPr/>
        <a:lstStyle/>
        <a:p>
          <a:endParaRPr lang="en-US"/>
        </a:p>
      </dgm:t>
    </dgm:pt>
    <dgm:pt modelId="{FE52A709-3FBA-4EB5-B8E1-CE53EC6F4BE1}" type="sibTrans" cxnId="{BE117953-5EDE-48FD-8741-D4FC09FC37DB}">
      <dgm:prSet/>
      <dgm:spPr/>
      <dgm:t>
        <a:bodyPr/>
        <a:lstStyle/>
        <a:p>
          <a:endParaRPr lang="en-US"/>
        </a:p>
      </dgm:t>
    </dgm:pt>
    <dgm:pt modelId="{7C9AD443-36C0-4474-9DE6-95665006C5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Would tracking or attachment accessories improve your experience?</a:t>
          </a:r>
        </a:p>
      </dgm:t>
    </dgm:pt>
    <dgm:pt modelId="{19BA3D22-F22E-4B78-96F1-43E10511D776}" type="parTrans" cxnId="{80319269-CF0A-47D3-9EE0-C162D4EC945D}">
      <dgm:prSet/>
      <dgm:spPr/>
      <dgm:t>
        <a:bodyPr/>
        <a:lstStyle/>
        <a:p>
          <a:endParaRPr lang="en-US"/>
        </a:p>
      </dgm:t>
    </dgm:pt>
    <dgm:pt modelId="{43B2730B-9031-4ADD-9811-B9FF72D4766A}" type="sibTrans" cxnId="{80319269-CF0A-47D3-9EE0-C162D4EC945D}">
      <dgm:prSet/>
      <dgm:spPr/>
      <dgm:t>
        <a:bodyPr/>
        <a:lstStyle/>
        <a:p>
          <a:endParaRPr lang="en-US"/>
        </a:p>
      </dgm:t>
    </dgm:pt>
    <dgm:pt modelId="{F6FD5239-9D99-453C-B812-84687F6BFB5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For Limited Control Customization</a:t>
          </a:r>
          <a:endParaRPr lang="en-US"/>
        </a:p>
      </dgm:t>
    </dgm:pt>
    <dgm:pt modelId="{4944A797-D7F3-4D18-8614-FEF94F7FD2DC}" type="parTrans" cxnId="{44AD6474-696E-46D5-BFC8-429364D1A378}">
      <dgm:prSet/>
      <dgm:spPr/>
      <dgm:t>
        <a:bodyPr/>
        <a:lstStyle/>
        <a:p>
          <a:endParaRPr lang="en-US"/>
        </a:p>
      </dgm:t>
    </dgm:pt>
    <dgm:pt modelId="{6104A4E5-C416-42A8-A8B7-215C3C048563}" type="sibTrans" cxnId="{44AD6474-696E-46D5-BFC8-429364D1A378}">
      <dgm:prSet/>
      <dgm:spPr/>
      <dgm:t>
        <a:bodyPr/>
        <a:lstStyle/>
        <a:p>
          <a:endParaRPr lang="en-US"/>
        </a:p>
      </dgm:t>
    </dgm:pt>
    <dgm:pt modelId="{42EC67C6-6D70-4AC9-B387-0294EAD3F7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actions do you most frequently perform while listening to audio?</a:t>
          </a:r>
        </a:p>
      </dgm:t>
    </dgm:pt>
    <dgm:pt modelId="{4DF7CFDD-A20E-451B-90CB-B211BE4F42E5}" type="parTrans" cxnId="{4C33069E-7AC9-4E38-8B12-689D21BC06FF}">
      <dgm:prSet/>
      <dgm:spPr/>
      <dgm:t>
        <a:bodyPr/>
        <a:lstStyle/>
        <a:p>
          <a:endParaRPr lang="en-US"/>
        </a:p>
      </dgm:t>
    </dgm:pt>
    <dgm:pt modelId="{35127B55-AFF0-430B-A9B3-314A67093200}" type="sibTrans" cxnId="{4C33069E-7AC9-4E38-8B12-689D21BC06FF}">
      <dgm:prSet/>
      <dgm:spPr/>
      <dgm:t>
        <a:bodyPr/>
        <a:lstStyle/>
        <a:p>
          <a:endParaRPr lang="en-US"/>
        </a:p>
      </dgm:t>
    </dgm:pt>
    <dgm:pt modelId="{5E6EBB56-C21F-42BF-A0DF-39CA3A2D3F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important is customizable touch or button control to you?</a:t>
          </a:r>
        </a:p>
      </dgm:t>
    </dgm:pt>
    <dgm:pt modelId="{0B208510-6214-4D0E-A1F3-06B1159DB656}" type="parTrans" cxnId="{86168AB6-AF1E-44EC-A371-0CC8D497060B}">
      <dgm:prSet/>
      <dgm:spPr/>
      <dgm:t>
        <a:bodyPr/>
        <a:lstStyle/>
        <a:p>
          <a:endParaRPr lang="en-US"/>
        </a:p>
      </dgm:t>
    </dgm:pt>
    <dgm:pt modelId="{037127BB-4722-4C84-AEF5-8BB1FE116737}" type="sibTrans" cxnId="{86168AB6-AF1E-44EC-A371-0CC8D497060B}">
      <dgm:prSet/>
      <dgm:spPr/>
      <dgm:t>
        <a:bodyPr/>
        <a:lstStyle/>
        <a:p>
          <a:endParaRPr lang="en-US"/>
        </a:p>
      </dgm:t>
    </dgm:pt>
    <dgm:pt modelId="{9A6C871E-A081-480A-851E-7D8DE53F213B}" type="pres">
      <dgm:prSet presAssocID="{48FB0C1B-DACD-4ED9-BBCC-A3E2E24A793C}" presName="root" presStyleCnt="0">
        <dgm:presLayoutVars>
          <dgm:dir/>
          <dgm:resizeHandles val="exact"/>
        </dgm:presLayoutVars>
      </dgm:prSet>
      <dgm:spPr/>
    </dgm:pt>
    <dgm:pt modelId="{BCBCB721-6967-489B-BE15-6FA6744F7187}" type="pres">
      <dgm:prSet presAssocID="{72ADA5BC-FB11-43A3-9378-09215AE677E3}" presName="compNode" presStyleCnt="0"/>
      <dgm:spPr/>
    </dgm:pt>
    <dgm:pt modelId="{78268AEA-87D9-4A52-BAA1-72812973FC9A}" type="pres">
      <dgm:prSet presAssocID="{72ADA5BC-FB11-43A3-9378-09215AE677E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ll Battery"/>
        </a:ext>
      </dgm:extLst>
    </dgm:pt>
    <dgm:pt modelId="{9669758B-DDD1-4D5B-9D23-3718C4862F30}" type="pres">
      <dgm:prSet presAssocID="{72ADA5BC-FB11-43A3-9378-09215AE677E3}" presName="iconSpace" presStyleCnt="0"/>
      <dgm:spPr/>
    </dgm:pt>
    <dgm:pt modelId="{E6D6CC20-BFB6-4D36-9BE6-07D21169E49C}" type="pres">
      <dgm:prSet presAssocID="{72ADA5BC-FB11-43A3-9378-09215AE677E3}" presName="parTx" presStyleLbl="revTx" presStyleIdx="0" presStyleCnt="6">
        <dgm:presLayoutVars>
          <dgm:chMax val="0"/>
          <dgm:chPref val="0"/>
        </dgm:presLayoutVars>
      </dgm:prSet>
      <dgm:spPr/>
    </dgm:pt>
    <dgm:pt modelId="{86DB9308-1540-4C74-A251-FCB4C82C39CE}" type="pres">
      <dgm:prSet presAssocID="{72ADA5BC-FB11-43A3-9378-09215AE677E3}" presName="txSpace" presStyleCnt="0"/>
      <dgm:spPr/>
    </dgm:pt>
    <dgm:pt modelId="{0D1698D4-94BF-4BFF-9B69-F1D02599CA7B}" type="pres">
      <dgm:prSet presAssocID="{72ADA5BC-FB11-43A3-9378-09215AE677E3}" presName="desTx" presStyleLbl="revTx" presStyleIdx="1" presStyleCnt="6">
        <dgm:presLayoutVars/>
      </dgm:prSet>
      <dgm:spPr/>
    </dgm:pt>
    <dgm:pt modelId="{D59FA866-DEEA-4167-B422-AFC502D495BB}" type="pres">
      <dgm:prSet presAssocID="{BC378954-16FF-4784-9F15-11A939EE122E}" presName="sibTrans" presStyleCnt="0"/>
      <dgm:spPr/>
    </dgm:pt>
    <dgm:pt modelId="{F5EDB9D8-72BF-414C-BBB7-B849DAC2A306}" type="pres">
      <dgm:prSet presAssocID="{5D53E993-81D0-40F3-8261-7B9294BC5724}" presName="compNode" presStyleCnt="0"/>
      <dgm:spPr/>
    </dgm:pt>
    <dgm:pt modelId="{1AE8130C-AEA6-490A-AFAC-C332837CB3D5}" type="pres">
      <dgm:prSet presAssocID="{5D53E993-81D0-40F3-8261-7B9294BC572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heels"/>
        </a:ext>
      </dgm:extLst>
    </dgm:pt>
    <dgm:pt modelId="{F489CBDB-887D-4C43-9C83-3C74811AFB36}" type="pres">
      <dgm:prSet presAssocID="{5D53E993-81D0-40F3-8261-7B9294BC5724}" presName="iconSpace" presStyleCnt="0"/>
      <dgm:spPr/>
    </dgm:pt>
    <dgm:pt modelId="{1875F9D8-77B6-4740-9AFE-4C3ED36153A0}" type="pres">
      <dgm:prSet presAssocID="{5D53E993-81D0-40F3-8261-7B9294BC5724}" presName="parTx" presStyleLbl="revTx" presStyleIdx="2" presStyleCnt="6">
        <dgm:presLayoutVars>
          <dgm:chMax val="0"/>
          <dgm:chPref val="0"/>
        </dgm:presLayoutVars>
      </dgm:prSet>
      <dgm:spPr/>
    </dgm:pt>
    <dgm:pt modelId="{D5A1045D-225E-4419-AEF0-DA33463A1EC7}" type="pres">
      <dgm:prSet presAssocID="{5D53E993-81D0-40F3-8261-7B9294BC5724}" presName="txSpace" presStyleCnt="0"/>
      <dgm:spPr/>
    </dgm:pt>
    <dgm:pt modelId="{8C9585B4-7E80-4D8B-8AC8-B6FE6F60D132}" type="pres">
      <dgm:prSet presAssocID="{5D53E993-81D0-40F3-8261-7B9294BC5724}" presName="desTx" presStyleLbl="revTx" presStyleIdx="3" presStyleCnt="6">
        <dgm:presLayoutVars/>
      </dgm:prSet>
      <dgm:spPr/>
    </dgm:pt>
    <dgm:pt modelId="{292E385A-B002-47FD-B432-B00017B3A5D1}" type="pres">
      <dgm:prSet presAssocID="{53788929-4359-4A52-B907-2BDDE2FFF32E}" presName="sibTrans" presStyleCnt="0"/>
      <dgm:spPr/>
    </dgm:pt>
    <dgm:pt modelId="{5064EC68-A675-4869-B8A7-55AB0851463A}" type="pres">
      <dgm:prSet presAssocID="{F6FD5239-9D99-453C-B812-84687F6BFB5A}" presName="compNode" presStyleCnt="0"/>
      <dgm:spPr/>
    </dgm:pt>
    <dgm:pt modelId="{6D4CE5A5-19AA-4B1A-AB24-C6EBC0493104}" type="pres">
      <dgm:prSet presAssocID="{F6FD5239-9D99-453C-B812-84687F6BFB5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phones"/>
        </a:ext>
      </dgm:extLst>
    </dgm:pt>
    <dgm:pt modelId="{ED306206-182A-4FEA-9C0D-10441B19957B}" type="pres">
      <dgm:prSet presAssocID="{F6FD5239-9D99-453C-B812-84687F6BFB5A}" presName="iconSpace" presStyleCnt="0"/>
      <dgm:spPr/>
    </dgm:pt>
    <dgm:pt modelId="{0245AAD0-7599-4695-814F-770A521C5B5A}" type="pres">
      <dgm:prSet presAssocID="{F6FD5239-9D99-453C-B812-84687F6BFB5A}" presName="parTx" presStyleLbl="revTx" presStyleIdx="4" presStyleCnt="6">
        <dgm:presLayoutVars>
          <dgm:chMax val="0"/>
          <dgm:chPref val="0"/>
        </dgm:presLayoutVars>
      </dgm:prSet>
      <dgm:spPr/>
    </dgm:pt>
    <dgm:pt modelId="{B8F86645-FFC3-4497-A264-854643D20465}" type="pres">
      <dgm:prSet presAssocID="{F6FD5239-9D99-453C-B812-84687F6BFB5A}" presName="txSpace" presStyleCnt="0"/>
      <dgm:spPr/>
    </dgm:pt>
    <dgm:pt modelId="{9BDD4E13-7315-42FA-9FC8-6232E9F79184}" type="pres">
      <dgm:prSet presAssocID="{F6FD5239-9D99-453C-B812-84687F6BFB5A}" presName="desTx" presStyleLbl="revTx" presStyleIdx="5" presStyleCnt="6">
        <dgm:presLayoutVars/>
      </dgm:prSet>
      <dgm:spPr/>
    </dgm:pt>
  </dgm:ptLst>
  <dgm:cxnLst>
    <dgm:cxn modelId="{703B9409-6A90-445F-A76C-BE8B14237D8B}" type="presOf" srcId="{3528F88E-1D6B-436D-BDFA-F8C22305A937}" destId="{0D1698D4-94BF-4BFF-9B69-F1D02599CA7B}" srcOrd="0" destOrd="1" presId="urn:microsoft.com/office/officeart/2018/2/layout/IconLabelDescriptionList"/>
    <dgm:cxn modelId="{D8C9830E-820A-4654-A165-B9166FF5ED06}" type="presOf" srcId="{5D53E993-81D0-40F3-8261-7B9294BC5724}" destId="{1875F9D8-77B6-4740-9AFE-4C3ED36153A0}" srcOrd="0" destOrd="0" presId="urn:microsoft.com/office/officeart/2018/2/layout/IconLabelDescriptionList"/>
    <dgm:cxn modelId="{A7D92F17-CBA2-4DB6-AFA7-CCB5984CBB25}" srcId="{48FB0C1B-DACD-4ED9-BBCC-A3E2E24A793C}" destId="{5D53E993-81D0-40F3-8261-7B9294BC5724}" srcOrd="1" destOrd="0" parTransId="{18B57FF6-8A9B-49C1-ADEE-8617D85E6616}" sibTransId="{53788929-4359-4A52-B907-2BDDE2FFF32E}"/>
    <dgm:cxn modelId="{30522921-4B3F-4560-8F74-1828DD4898A4}" type="presOf" srcId="{48FB0C1B-DACD-4ED9-BBCC-A3E2E24A793C}" destId="{9A6C871E-A081-480A-851E-7D8DE53F213B}" srcOrd="0" destOrd="0" presId="urn:microsoft.com/office/officeart/2018/2/layout/IconLabelDescriptionList"/>
    <dgm:cxn modelId="{5689F130-E9C7-41AF-A389-48A626F43747}" type="presOf" srcId="{42EC67C6-6D70-4AC9-B387-0294EAD3F750}" destId="{9BDD4E13-7315-42FA-9FC8-6232E9F79184}" srcOrd="0" destOrd="0" presId="urn:microsoft.com/office/officeart/2018/2/layout/IconLabelDescriptionList"/>
    <dgm:cxn modelId="{D077FE33-88A7-4A76-918B-AD1B59B9E191}" type="presOf" srcId="{5E6EBB56-C21F-42BF-A0DF-39CA3A2D3FF6}" destId="{9BDD4E13-7315-42FA-9FC8-6232E9F79184}" srcOrd="0" destOrd="1" presId="urn:microsoft.com/office/officeart/2018/2/layout/IconLabelDescriptionList"/>
    <dgm:cxn modelId="{EB4CB45C-09CE-4707-BF00-F8BB30E2F86B}" type="presOf" srcId="{F6FD5239-9D99-453C-B812-84687F6BFB5A}" destId="{0245AAD0-7599-4695-814F-770A521C5B5A}" srcOrd="0" destOrd="0" presId="urn:microsoft.com/office/officeart/2018/2/layout/IconLabelDescriptionList"/>
    <dgm:cxn modelId="{80319269-CF0A-47D3-9EE0-C162D4EC945D}" srcId="{5D53E993-81D0-40F3-8261-7B9294BC5724}" destId="{7C9AD443-36C0-4474-9DE6-95665006C5A5}" srcOrd="1" destOrd="0" parTransId="{19BA3D22-F22E-4B78-96F1-43E10511D776}" sibTransId="{43B2730B-9031-4ADD-9811-B9FF72D4766A}"/>
    <dgm:cxn modelId="{78A44353-4E76-436F-985D-E2740227483C}" srcId="{48FB0C1B-DACD-4ED9-BBCC-A3E2E24A793C}" destId="{72ADA5BC-FB11-43A3-9378-09215AE677E3}" srcOrd="0" destOrd="0" parTransId="{AAC97DA4-2059-45D9-8513-C7820C72E377}" sibTransId="{BC378954-16FF-4784-9F15-11A939EE122E}"/>
    <dgm:cxn modelId="{BE117953-5EDE-48FD-8741-D4FC09FC37DB}" srcId="{5D53E993-81D0-40F3-8261-7B9294BC5724}" destId="{B6163AC0-7166-471F-B64E-E560C43DB327}" srcOrd="0" destOrd="0" parTransId="{734CA408-D172-4C7E-924C-1BC1229483D1}" sibTransId="{FE52A709-3FBA-4EB5-B8E1-CE53EC6F4BE1}"/>
    <dgm:cxn modelId="{44AD6474-696E-46D5-BFC8-429364D1A378}" srcId="{48FB0C1B-DACD-4ED9-BBCC-A3E2E24A793C}" destId="{F6FD5239-9D99-453C-B812-84687F6BFB5A}" srcOrd="2" destOrd="0" parTransId="{4944A797-D7F3-4D18-8614-FEF94F7FD2DC}" sibTransId="{6104A4E5-C416-42A8-A8B7-215C3C048563}"/>
    <dgm:cxn modelId="{ED93715A-1EE4-4195-92FF-F41D216491EF}" srcId="{72ADA5BC-FB11-43A3-9378-09215AE677E3}" destId="{102F3375-04A7-4C09-8485-39033764E1AB}" srcOrd="0" destOrd="0" parTransId="{8D304D34-F1B2-463C-86B4-C176D592EB7F}" sibTransId="{3F133B2B-7D94-4F4F-B163-9F3AAA62269E}"/>
    <dgm:cxn modelId="{4C33069E-7AC9-4E38-8B12-689D21BC06FF}" srcId="{F6FD5239-9D99-453C-B812-84687F6BFB5A}" destId="{42EC67C6-6D70-4AC9-B387-0294EAD3F750}" srcOrd="0" destOrd="0" parTransId="{4DF7CFDD-A20E-451B-90CB-B211BE4F42E5}" sibTransId="{35127B55-AFF0-430B-A9B3-314A67093200}"/>
    <dgm:cxn modelId="{A82A55A0-9F2F-4C52-8CC1-D035C7DDE2A3}" type="presOf" srcId="{B6163AC0-7166-471F-B64E-E560C43DB327}" destId="{8C9585B4-7E80-4D8B-8AC8-B6FE6F60D132}" srcOrd="0" destOrd="0" presId="urn:microsoft.com/office/officeart/2018/2/layout/IconLabelDescriptionList"/>
    <dgm:cxn modelId="{402FBCA7-4F19-4403-8B6E-D20221A6138A}" srcId="{72ADA5BC-FB11-43A3-9378-09215AE677E3}" destId="{3528F88E-1D6B-436D-BDFA-F8C22305A937}" srcOrd="1" destOrd="0" parTransId="{351F5563-1BA3-4FB0-B0E8-B893990D69E6}" sibTransId="{ED1C58E6-A698-4EA3-AEE8-47DC656CA916}"/>
    <dgm:cxn modelId="{BACDD5A9-DE11-4E8E-B6CD-F13D15A850DB}" type="presOf" srcId="{72ADA5BC-FB11-43A3-9378-09215AE677E3}" destId="{E6D6CC20-BFB6-4D36-9BE6-07D21169E49C}" srcOrd="0" destOrd="0" presId="urn:microsoft.com/office/officeart/2018/2/layout/IconLabelDescriptionList"/>
    <dgm:cxn modelId="{124C71B2-A80B-4A4C-96B1-12FCA1D52656}" type="presOf" srcId="{102F3375-04A7-4C09-8485-39033764E1AB}" destId="{0D1698D4-94BF-4BFF-9B69-F1D02599CA7B}" srcOrd="0" destOrd="0" presId="urn:microsoft.com/office/officeart/2018/2/layout/IconLabelDescriptionList"/>
    <dgm:cxn modelId="{86168AB6-AF1E-44EC-A371-0CC8D497060B}" srcId="{F6FD5239-9D99-453C-B812-84687F6BFB5A}" destId="{5E6EBB56-C21F-42BF-A0DF-39CA3A2D3FF6}" srcOrd="1" destOrd="0" parTransId="{0B208510-6214-4D0E-A1F3-06B1159DB656}" sibTransId="{037127BB-4722-4C84-AEF5-8BB1FE116737}"/>
    <dgm:cxn modelId="{20E323EE-1632-4822-B4A1-AF77AFD385AC}" type="presOf" srcId="{7C9AD443-36C0-4474-9DE6-95665006C5A5}" destId="{8C9585B4-7E80-4D8B-8AC8-B6FE6F60D132}" srcOrd="0" destOrd="1" presId="urn:microsoft.com/office/officeart/2018/2/layout/IconLabelDescriptionList"/>
    <dgm:cxn modelId="{DAAF183F-32DF-4A77-BFEF-78A6EC3D69AD}" type="presParOf" srcId="{9A6C871E-A081-480A-851E-7D8DE53F213B}" destId="{BCBCB721-6967-489B-BE15-6FA6744F7187}" srcOrd="0" destOrd="0" presId="urn:microsoft.com/office/officeart/2018/2/layout/IconLabelDescriptionList"/>
    <dgm:cxn modelId="{F87D14D3-6802-40FB-B80D-449B9B504498}" type="presParOf" srcId="{BCBCB721-6967-489B-BE15-6FA6744F7187}" destId="{78268AEA-87D9-4A52-BAA1-72812973FC9A}" srcOrd="0" destOrd="0" presId="urn:microsoft.com/office/officeart/2018/2/layout/IconLabelDescriptionList"/>
    <dgm:cxn modelId="{2B7921E4-0278-4FC5-B726-71CCD23C5292}" type="presParOf" srcId="{BCBCB721-6967-489B-BE15-6FA6744F7187}" destId="{9669758B-DDD1-4D5B-9D23-3718C4862F30}" srcOrd="1" destOrd="0" presId="urn:microsoft.com/office/officeart/2018/2/layout/IconLabelDescriptionList"/>
    <dgm:cxn modelId="{72D7A487-9110-475B-9919-8BB148A999F6}" type="presParOf" srcId="{BCBCB721-6967-489B-BE15-6FA6744F7187}" destId="{E6D6CC20-BFB6-4D36-9BE6-07D21169E49C}" srcOrd="2" destOrd="0" presId="urn:microsoft.com/office/officeart/2018/2/layout/IconLabelDescriptionList"/>
    <dgm:cxn modelId="{DDF5B530-EF7B-4C58-A45C-026D25338805}" type="presParOf" srcId="{BCBCB721-6967-489B-BE15-6FA6744F7187}" destId="{86DB9308-1540-4C74-A251-FCB4C82C39CE}" srcOrd="3" destOrd="0" presId="urn:microsoft.com/office/officeart/2018/2/layout/IconLabelDescriptionList"/>
    <dgm:cxn modelId="{D01E64EC-EAD4-4753-AA45-5A8AD6042836}" type="presParOf" srcId="{BCBCB721-6967-489B-BE15-6FA6744F7187}" destId="{0D1698D4-94BF-4BFF-9B69-F1D02599CA7B}" srcOrd="4" destOrd="0" presId="urn:microsoft.com/office/officeart/2018/2/layout/IconLabelDescriptionList"/>
    <dgm:cxn modelId="{726DD505-8A27-4CA3-B381-CFAA24413E43}" type="presParOf" srcId="{9A6C871E-A081-480A-851E-7D8DE53F213B}" destId="{D59FA866-DEEA-4167-B422-AFC502D495BB}" srcOrd="1" destOrd="0" presId="urn:microsoft.com/office/officeart/2018/2/layout/IconLabelDescriptionList"/>
    <dgm:cxn modelId="{37020246-40CE-414F-A2FB-148AA9CFD8FF}" type="presParOf" srcId="{9A6C871E-A081-480A-851E-7D8DE53F213B}" destId="{F5EDB9D8-72BF-414C-BBB7-B849DAC2A306}" srcOrd="2" destOrd="0" presId="urn:microsoft.com/office/officeart/2018/2/layout/IconLabelDescriptionList"/>
    <dgm:cxn modelId="{13B32A9B-6866-475C-9F7C-CBDF634EA5C0}" type="presParOf" srcId="{F5EDB9D8-72BF-414C-BBB7-B849DAC2A306}" destId="{1AE8130C-AEA6-490A-AFAC-C332837CB3D5}" srcOrd="0" destOrd="0" presId="urn:microsoft.com/office/officeart/2018/2/layout/IconLabelDescriptionList"/>
    <dgm:cxn modelId="{FDBE17F7-F310-4F77-AFE7-92C9151FF519}" type="presParOf" srcId="{F5EDB9D8-72BF-414C-BBB7-B849DAC2A306}" destId="{F489CBDB-887D-4C43-9C83-3C74811AFB36}" srcOrd="1" destOrd="0" presId="urn:microsoft.com/office/officeart/2018/2/layout/IconLabelDescriptionList"/>
    <dgm:cxn modelId="{0642E622-7D29-460B-B1DA-3675870E39E2}" type="presParOf" srcId="{F5EDB9D8-72BF-414C-BBB7-B849DAC2A306}" destId="{1875F9D8-77B6-4740-9AFE-4C3ED36153A0}" srcOrd="2" destOrd="0" presId="urn:microsoft.com/office/officeart/2018/2/layout/IconLabelDescriptionList"/>
    <dgm:cxn modelId="{67615E80-9693-4CB5-8F4A-7D7506A6BAEE}" type="presParOf" srcId="{F5EDB9D8-72BF-414C-BBB7-B849DAC2A306}" destId="{D5A1045D-225E-4419-AEF0-DA33463A1EC7}" srcOrd="3" destOrd="0" presId="urn:microsoft.com/office/officeart/2018/2/layout/IconLabelDescriptionList"/>
    <dgm:cxn modelId="{54A62170-5ECA-405B-8042-7DE07978FD07}" type="presParOf" srcId="{F5EDB9D8-72BF-414C-BBB7-B849DAC2A306}" destId="{8C9585B4-7E80-4D8B-8AC8-B6FE6F60D132}" srcOrd="4" destOrd="0" presId="urn:microsoft.com/office/officeart/2018/2/layout/IconLabelDescriptionList"/>
    <dgm:cxn modelId="{660E0A4C-060F-4CE9-A4D7-3862C6DAF684}" type="presParOf" srcId="{9A6C871E-A081-480A-851E-7D8DE53F213B}" destId="{292E385A-B002-47FD-B432-B00017B3A5D1}" srcOrd="3" destOrd="0" presId="urn:microsoft.com/office/officeart/2018/2/layout/IconLabelDescriptionList"/>
    <dgm:cxn modelId="{57A64147-9568-4AF5-B50C-4C66DFDB1638}" type="presParOf" srcId="{9A6C871E-A081-480A-851E-7D8DE53F213B}" destId="{5064EC68-A675-4869-B8A7-55AB0851463A}" srcOrd="4" destOrd="0" presId="urn:microsoft.com/office/officeart/2018/2/layout/IconLabelDescriptionList"/>
    <dgm:cxn modelId="{87E5DF1A-B455-4759-80D2-9C4864A956EB}" type="presParOf" srcId="{5064EC68-A675-4869-B8A7-55AB0851463A}" destId="{6D4CE5A5-19AA-4B1A-AB24-C6EBC0493104}" srcOrd="0" destOrd="0" presId="urn:microsoft.com/office/officeart/2018/2/layout/IconLabelDescriptionList"/>
    <dgm:cxn modelId="{530638B5-68AC-4405-85BF-49832B55F8B9}" type="presParOf" srcId="{5064EC68-A675-4869-B8A7-55AB0851463A}" destId="{ED306206-182A-4FEA-9C0D-10441B19957B}" srcOrd="1" destOrd="0" presId="urn:microsoft.com/office/officeart/2018/2/layout/IconLabelDescriptionList"/>
    <dgm:cxn modelId="{D764D618-E569-4D29-9962-E1FD9002A6F1}" type="presParOf" srcId="{5064EC68-A675-4869-B8A7-55AB0851463A}" destId="{0245AAD0-7599-4695-814F-770A521C5B5A}" srcOrd="2" destOrd="0" presId="urn:microsoft.com/office/officeart/2018/2/layout/IconLabelDescriptionList"/>
    <dgm:cxn modelId="{386C737F-EF7F-484A-BBFD-9FDAB6108834}" type="presParOf" srcId="{5064EC68-A675-4869-B8A7-55AB0851463A}" destId="{B8F86645-FFC3-4497-A264-854643D20465}" srcOrd="3" destOrd="0" presId="urn:microsoft.com/office/officeart/2018/2/layout/IconLabelDescriptionList"/>
    <dgm:cxn modelId="{AA4356B2-0268-4C01-889B-4683FEC67B1E}" type="presParOf" srcId="{5064EC68-A675-4869-B8A7-55AB0851463A}" destId="{9BDD4E13-7315-42FA-9FC8-6232E9F7918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B81A3F-8499-481C-A497-0182CF6E4B4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3104908-1981-44D6-81F1-D6328489526D}">
      <dgm:prSet/>
      <dgm:spPr/>
      <dgm:t>
        <a:bodyPr/>
        <a:lstStyle/>
        <a:p>
          <a:r>
            <a:rPr lang="en-US" b="0" i="0" baseline="0" dirty="0"/>
            <a:t>Apple Inc. (2023). </a:t>
          </a:r>
          <a:r>
            <a:rPr lang="en-US" b="0" i="1" baseline="0" dirty="0"/>
            <a:t>AirPods: Technical specifications</a:t>
          </a:r>
          <a:r>
            <a:rPr lang="en-US" b="0" i="0" baseline="0" dirty="0"/>
            <a:t>. </a:t>
          </a:r>
          <a:r>
            <a:rPr lang="en-US" b="0" i="0" baseline="0" dirty="0">
              <a:hlinkClick xmlns:r="http://schemas.openxmlformats.org/officeDocument/2006/relationships" r:id="rId1"/>
            </a:rPr>
            <a:t>https://www.apple.com</a:t>
          </a:r>
          <a:endParaRPr lang="en-US" dirty="0"/>
        </a:p>
      </dgm:t>
    </dgm:pt>
    <dgm:pt modelId="{CA9B649E-18EA-4271-A5A2-122D93F4EBBA}" type="parTrans" cxnId="{90709FC1-02D6-437A-A8CD-0F2138368571}">
      <dgm:prSet/>
      <dgm:spPr/>
      <dgm:t>
        <a:bodyPr/>
        <a:lstStyle/>
        <a:p>
          <a:endParaRPr lang="en-US"/>
        </a:p>
      </dgm:t>
    </dgm:pt>
    <dgm:pt modelId="{EEE6DEC6-367C-48F5-9D3B-5D6E485E51DE}" type="sibTrans" cxnId="{90709FC1-02D6-437A-A8CD-0F2138368571}">
      <dgm:prSet/>
      <dgm:spPr/>
      <dgm:t>
        <a:bodyPr/>
        <a:lstStyle/>
        <a:p>
          <a:endParaRPr lang="en-US"/>
        </a:p>
      </dgm:t>
    </dgm:pt>
    <dgm:pt modelId="{475B9605-7ADC-4D32-9E18-1B49A8EFAFDA}">
      <dgm:prSet/>
      <dgm:spPr/>
      <dgm:t>
        <a:bodyPr/>
        <a:lstStyle/>
        <a:p>
          <a:r>
            <a:rPr lang="en-US" b="0" i="0" baseline="0"/>
            <a:t>Norman, D. A. (2013). </a:t>
          </a:r>
          <a:r>
            <a:rPr lang="en-US" b="0" i="1" baseline="0"/>
            <a:t>The design of everyday things</a:t>
          </a:r>
          <a:r>
            <a:rPr lang="en-US" b="0" i="0" baseline="0"/>
            <a:t> (Revised ed.). Basic Books.</a:t>
          </a:r>
          <a:endParaRPr lang="en-US"/>
        </a:p>
      </dgm:t>
    </dgm:pt>
    <dgm:pt modelId="{0F50763D-BBE5-4076-87DF-ED01E2B3DCE3}" type="parTrans" cxnId="{C168A803-BA0C-4D94-A2C1-E424D01CD1E7}">
      <dgm:prSet/>
      <dgm:spPr/>
      <dgm:t>
        <a:bodyPr/>
        <a:lstStyle/>
        <a:p>
          <a:endParaRPr lang="en-US"/>
        </a:p>
      </dgm:t>
    </dgm:pt>
    <dgm:pt modelId="{91D032BC-414D-4002-9C28-118D4C1768C2}" type="sibTrans" cxnId="{C168A803-BA0C-4D94-A2C1-E424D01CD1E7}">
      <dgm:prSet/>
      <dgm:spPr/>
      <dgm:t>
        <a:bodyPr/>
        <a:lstStyle/>
        <a:p>
          <a:endParaRPr lang="en-US"/>
        </a:p>
      </dgm:t>
    </dgm:pt>
    <dgm:pt modelId="{4C24BA92-E7C6-4A4B-ADD1-32DEC76CE93E}">
      <dgm:prSet/>
      <dgm:spPr/>
      <dgm:t>
        <a:bodyPr/>
        <a:lstStyle/>
        <a:p>
          <a:r>
            <a:rPr lang="en-US" b="0" i="0" baseline="0" dirty="0"/>
            <a:t>Nielsen Norman Group. (2020). </a:t>
          </a:r>
          <a:r>
            <a:rPr lang="en-US" b="0" i="1" baseline="0" dirty="0"/>
            <a:t>User research methods: An overview</a:t>
          </a:r>
          <a:r>
            <a:rPr lang="en-US" b="0" i="0" baseline="0" dirty="0"/>
            <a:t>. </a:t>
          </a:r>
          <a:r>
            <a:rPr lang="en-US" b="0" i="0" baseline="0" dirty="0">
              <a:hlinkClick xmlns:r="http://schemas.openxmlformats.org/officeDocument/2006/relationships" r:id="rId2"/>
            </a:rPr>
            <a:t>https://www.nngroup.com</a:t>
          </a:r>
          <a:endParaRPr lang="en-US" dirty="0"/>
        </a:p>
      </dgm:t>
    </dgm:pt>
    <dgm:pt modelId="{409B710C-A074-4DCE-A34E-8F1DEFEA822C}" type="parTrans" cxnId="{16D5E4BE-5FB8-45CB-81D9-60855BCD7280}">
      <dgm:prSet/>
      <dgm:spPr/>
      <dgm:t>
        <a:bodyPr/>
        <a:lstStyle/>
        <a:p>
          <a:endParaRPr lang="en-US"/>
        </a:p>
      </dgm:t>
    </dgm:pt>
    <dgm:pt modelId="{D73351AF-507D-4CBF-9223-A06BEE968D90}" type="sibTrans" cxnId="{16D5E4BE-5FB8-45CB-81D9-60855BCD7280}">
      <dgm:prSet/>
      <dgm:spPr/>
      <dgm:t>
        <a:bodyPr/>
        <a:lstStyle/>
        <a:p>
          <a:endParaRPr lang="en-US"/>
        </a:p>
      </dgm:t>
    </dgm:pt>
    <dgm:pt modelId="{2B1F5A41-17DB-4385-B33F-6AE160623C64}">
      <dgm:prSet/>
      <dgm:spPr/>
      <dgm:t>
        <a:bodyPr/>
        <a:lstStyle/>
        <a:p>
          <a:r>
            <a:rPr lang="en-US" b="0" i="0" baseline="0" dirty="0"/>
            <a:t>Interaction Design Foundation. (2022). </a:t>
          </a:r>
          <a:r>
            <a:rPr lang="en-US" b="0" i="1" baseline="0" dirty="0"/>
            <a:t>User-centered design</a:t>
          </a:r>
          <a:r>
            <a:rPr lang="en-US" b="0" i="0" baseline="0" dirty="0"/>
            <a:t>. </a:t>
          </a:r>
          <a:r>
            <a:rPr lang="en-US" b="0" i="0" baseline="0" dirty="0">
              <a:hlinkClick xmlns:r="http://schemas.openxmlformats.org/officeDocument/2006/relationships" r:id="rId3"/>
            </a:rPr>
            <a:t>https://www.interaction-design.org</a:t>
          </a:r>
          <a:endParaRPr lang="en-US" dirty="0"/>
        </a:p>
      </dgm:t>
    </dgm:pt>
    <dgm:pt modelId="{D0CCBE7A-AB82-48F6-B88F-D3C1ABA9D849}" type="parTrans" cxnId="{D9A3D8C8-263D-411F-B5C6-501C52DB89DC}">
      <dgm:prSet/>
      <dgm:spPr/>
      <dgm:t>
        <a:bodyPr/>
        <a:lstStyle/>
        <a:p>
          <a:endParaRPr lang="en-US"/>
        </a:p>
      </dgm:t>
    </dgm:pt>
    <dgm:pt modelId="{F54E232D-07ED-4935-BAF1-E155EAAD84CA}" type="sibTrans" cxnId="{D9A3D8C8-263D-411F-B5C6-501C52DB89DC}">
      <dgm:prSet/>
      <dgm:spPr/>
      <dgm:t>
        <a:bodyPr/>
        <a:lstStyle/>
        <a:p>
          <a:endParaRPr lang="en-US"/>
        </a:p>
      </dgm:t>
    </dgm:pt>
    <dgm:pt modelId="{E8BE2F60-4FA1-4B72-B959-6B11C3DB658C}" type="pres">
      <dgm:prSet presAssocID="{49B81A3F-8499-481C-A497-0182CF6E4B44}" presName="vert0" presStyleCnt="0">
        <dgm:presLayoutVars>
          <dgm:dir/>
          <dgm:animOne val="branch"/>
          <dgm:animLvl val="lvl"/>
        </dgm:presLayoutVars>
      </dgm:prSet>
      <dgm:spPr/>
    </dgm:pt>
    <dgm:pt modelId="{740F64EC-5C6D-4531-9815-A71BC15CB09A}" type="pres">
      <dgm:prSet presAssocID="{A3104908-1981-44D6-81F1-D6328489526D}" presName="thickLine" presStyleLbl="alignNode1" presStyleIdx="0" presStyleCnt="4"/>
      <dgm:spPr/>
    </dgm:pt>
    <dgm:pt modelId="{2A5514E8-4811-44DB-91F5-8483F6E7989C}" type="pres">
      <dgm:prSet presAssocID="{A3104908-1981-44D6-81F1-D6328489526D}" presName="horz1" presStyleCnt="0"/>
      <dgm:spPr/>
    </dgm:pt>
    <dgm:pt modelId="{9761787C-02EE-4D35-9879-6A87033AFD4B}" type="pres">
      <dgm:prSet presAssocID="{A3104908-1981-44D6-81F1-D6328489526D}" presName="tx1" presStyleLbl="revTx" presStyleIdx="0" presStyleCnt="4"/>
      <dgm:spPr/>
    </dgm:pt>
    <dgm:pt modelId="{EF2CB39C-BC1F-4362-B2D2-D595785EDEB3}" type="pres">
      <dgm:prSet presAssocID="{A3104908-1981-44D6-81F1-D6328489526D}" presName="vert1" presStyleCnt="0"/>
      <dgm:spPr/>
    </dgm:pt>
    <dgm:pt modelId="{6968F2F6-3AA2-471F-8E18-51C23AD23072}" type="pres">
      <dgm:prSet presAssocID="{475B9605-7ADC-4D32-9E18-1B49A8EFAFDA}" presName="thickLine" presStyleLbl="alignNode1" presStyleIdx="1" presStyleCnt="4"/>
      <dgm:spPr/>
    </dgm:pt>
    <dgm:pt modelId="{9240E768-4C4A-476D-972A-09EF40B743E9}" type="pres">
      <dgm:prSet presAssocID="{475B9605-7ADC-4D32-9E18-1B49A8EFAFDA}" presName="horz1" presStyleCnt="0"/>
      <dgm:spPr/>
    </dgm:pt>
    <dgm:pt modelId="{68456DF1-A64B-4B36-A6B4-27E57FD5F5A9}" type="pres">
      <dgm:prSet presAssocID="{475B9605-7ADC-4D32-9E18-1B49A8EFAFDA}" presName="tx1" presStyleLbl="revTx" presStyleIdx="1" presStyleCnt="4"/>
      <dgm:spPr/>
    </dgm:pt>
    <dgm:pt modelId="{32EC1293-2241-4BC8-B5EF-3EBB26C4EEE6}" type="pres">
      <dgm:prSet presAssocID="{475B9605-7ADC-4D32-9E18-1B49A8EFAFDA}" presName="vert1" presStyleCnt="0"/>
      <dgm:spPr/>
    </dgm:pt>
    <dgm:pt modelId="{3A1B5D33-92C0-4F12-8DAA-FFD9E2D84C72}" type="pres">
      <dgm:prSet presAssocID="{4C24BA92-E7C6-4A4B-ADD1-32DEC76CE93E}" presName="thickLine" presStyleLbl="alignNode1" presStyleIdx="2" presStyleCnt="4"/>
      <dgm:spPr/>
    </dgm:pt>
    <dgm:pt modelId="{35574C97-4A21-4B52-9446-A3C75B639A52}" type="pres">
      <dgm:prSet presAssocID="{4C24BA92-E7C6-4A4B-ADD1-32DEC76CE93E}" presName="horz1" presStyleCnt="0"/>
      <dgm:spPr/>
    </dgm:pt>
    <dgm:pt modelId="{126D67AD-04D9-4F0C-A0BB-6F026BCF7BDE}" type="pres">
      <dgm:prSet presAssocID="{4C24BA92-E7C6-4A4B-ADD1-32DEC76CE93E}" presName="tx1" presStyleLbl="revTx" presStyleIdx="2" presStyleCnt="4"/>
      <dgm:spPr/>
    </dgm:pt>
    <dgm:pt modelId="{02E4A053-FD75-4C1A-AAED-66ECB9E57D11}" type="pres">
      <dgm:prSet presAssocID="{4C24BA92-E7C6-4A4B-ADD1-32DEC76CE93E}" presName="vert1" presStyleCnt="0"/>
      <dgm:spPr/>
    </dgm:pt>
    <dgm:pt modelId="{9E2E0945-B805-4A96-A4F8-ABB34077D8DC}" type="pres">
      <dgm:prSet presAssocID="{2B1F5A41-17DB-4385-B33F-6AE160623C64}" presName="thickLine" presStyleLbl="alignNode1" presStyleIdx="3" presStyleCnt="4"/>
      <dgm:spPr/>
    </dgm:pt>
    <dgm:pt modelId="{FBBD7334-1E92-48D5-A1D2-3DF3B6D551A3}" type="pres">
      <dgm:prSet presAssocID="{2B1F5A41-17DB-4385-B33F-6AE160623C64}" presName="horz1" presStyleCnt="0"/>
      <dgm:spPr/>
    </dgm:pt>
    <dgm:pt modelId="{6A030F35-7E74-44AB-8DF5-B278DA4B6F95}" type="pres">
      <dgm:prSet presAssocID="{2B1F5A41-17DB-4385-B33F-6AE160623C64}" presName="tx1" presStyleLbl="revTx" presStyleIdx="3" presStyleCnt="4"/>
      <dgm:spPr/>
    </dgm:pt>
    <dgm:pt modelId="{A990FF0E-EC3F-46E1-B8CD-FE64147E23E2}" type="pres">
      <dgm:prSet presAssocID="{2B1F5A41-17DB-4385-B33F-6AE160623C64}" presName="vert1" presStyleCnt="0"/>
      <dgm:spPr/>
    </dgm:pt>
  </dgm:ptLst>
  <dgm:cxnLst>
    <dgm:cxn modelId="{C168A803-BA0C-4D94-A2C1-E424D01CD1E7}" srcId="{49B81A3F-8499-481C-A497-0182CF6E4B44}" destId="{475B9605-7ADC-4D32-9E18-1B49A8EFAFDA}" srcOrd="1" destOrd="0" parTransId="{0F50763D-BBE5-4076-87DF-ED01E2B3DCE3}" sibTransId="{91D032BC-414D-4002-9C28-118D4C1768C2}"/>
    <dgm:cxn modelId="{C5E3CF16-B480-40BC-90C4-AB93EAB862DF}" type="presOf" srcId="{49B81A3F-8499-481C-A497-0182CF6E4B44}" destId="{E8BE2F60-4FA1-4B72-B959-6B11C3DB658C}" srcOrd="0" destOrd="0" presId="urn:microsoft.com/office/officeart/2008/layout/LinedList"/>
    <dgm:cxn modelId="{217D5A27-8C98-40F6-B1BA-69C145368AAD}" type="presOf" srcId="{475B9605-7ADC-4D32-9E18-1B49A8EFAFDA}" destId="{68456DF1-A64B-4B36-A6B4-27E57FD5F5A9}" srcOrd="0" destOrd="0" presId="urn:microsoft.com/office/officeart/2008/layout/LinedList"/>
    <dgm:cxn modelId="{DFEA4E9C-D73C-4875-BBC8-99A232A175D4}" type="presOf" srcId="{2B1F5A41-17DB-4385-B33F-6AE160623C64}" destId="{6A030F35-7E74-44AB-8DF5-B278DA4B6F95}" srcOrd="0" destOrd="0" presId="urn:microsoft.com/office/officeart/2008/layout/LinedList"/>
    <dgm:cxn modelId="{BB5582BC-9D16-4642-8DC3-D0082A4A264D}" type="presOf" srcId="{4C24BA92-E7C6-4A4B-ADD1-32DEC76CE93E}" destId="{126D67AD-04D9-4F0C-A0BB-6F026BCF7BDE}" srcOrd="0" destOrd="0" presId="urn:microsoft.com/office/officeart/2008/layout/LinedList"/>
    <dgm:cxn modelId="{16D5E4BE-5FB8-45CB-81D9-60855BCD7280}" srcId="{49B81A3F-8499-481C-A497-0182CF6E4B44}" destId="{4C24BA92-E7C6-4A4B-ADD1-32DEC76CE93E}" srcOrd="2" destOrd="0" parTransId="{409B710C-A074-4DCE-A34E-8F1DEFEA822C}" sibTransId="{D73351AF-507D-4CBF-9223-A06BEE968D90}"/>
    <dgm:cxn modelId="{90709FC1-02D6-437A-A8CD-0F2138368571}" srcId="{49B81A3F-8499-481C-A497-0182CF6E4B44}" destId="{A3104908-1981-44D6-81F1-D6328489526D}" srcOrd="0" destOrd="0" parTransId="{CA9B649E-18EA-4271-A5A2-122D93F4EBBA}" sibTransId="{EEE6DEC6-367C-48F5-9D3B-5D6E485E51DE}"/>
    <dgm:cxn modelId="{D9A3D8C8-263D-411F-B5C6-501C52DB89DC}" srcId="{49B81A3F-8499-481C-A497-0182CF6E4B44}" destId="{2B1F5A41-17DB-4385-B33F-6AE160623C64}" srcOrd="3" destOrd="0" parTransId="{D0CCBE7A-AB82-48F6-B88F-D3C1ABA9D849}" sibTransId="{F54E232D-07ED-4935-BAF1-E155EAAD84CA}"/>
    <dgm:cxn modelId="{79C050E8-4662-471A-929F-177DD1F0460D}" type="presOf" srcId="{A3104908-1981-44D6-81F1-D6328489526D}" destId="{9761787C-02EE-4D35-9879-6A87033AFD4B}" srcOrd="0" destOrd="0" presId="urn:microsoft.com/office/officeart/2008/layout/LinedList"/>
    <dgm:cxn modelId="{4C35AD3B-05DA-4E43-8BC8-FE27A311B3B2}" type="presParOf" srcId="{E8BE2F60-4FA1-4B72-B959-6B11C3DB658C}" destId="{740F64EC-5C6D-4531-9815-A71BC15CB09A}" srcOrd="0" destOrd="0" presId="urn:microsoft.com/office/officeart/2008/layout/LinedList"/>
    <dgm:cxn modelId="{38EC65AC-43B9-4713-A0E6-CDD9FE5F76EA}" type="presParOf" srcId="{E8BE2F60-4FA1-4B72-B959-6B11C3DB658C}" destId="{2A5514E8-4811-44DB-91F5-8483F6E7989C}" srcOrd="1" destOrd="0" presId="urn:microsoft.com/office/officeart/2008/layout/LinedList"/>
    <dgm:cxn modelId="{129E224D-595C-4E88-A5DB-F59E8D110E01}" type="presParOf" srcId="{2A5514E8-4811-44DB-91F5-8483F6E7989C}" destId="{9761787C-02EE-4D35-9879-6A87033AFD4B}" srcOrd="0" destOrd="0" presId="urn:microsoft.com/office/officeart/2008/layout/LinedList"/>
    <dgm:cxn modelId="{CBE75CD9-F81E-456F-958F-56A0BD79513D}" type="presParOf" srcId="{2A5514E8-4811-44DB-91F5-8483F6E7989C}" destId="{EF2CB39C-BC1F-4362-B2D2-D595785EDEB3}" srcOrd="1" destOrd="0" presId="urn:microsoft.com/office/officeart/2008/layout/LinedList"/>
    <dgm:cxn modelId="{EF96F24F-7FF0-4500-8547-225A50CA12B5}" type="presParOf" srcId="{E8BE2F60-4FA1-4B72-B959-6B11C3DB658C}" destId="{6968F2F6-3AA2-471F-8E18-51C23AD23072}" srcOrd="2" destOrd="0" presId="urn:microsoft.com/office/officeart/2008/layout/LinedList"/>
    <dgm:cxn modelId="{0373D8CE-810F-4DCB-BCB2-62A3E467C391}" type="presParOf" srcId="{E8BE2F60-4FA1-4B72-B959-6B11C3DB658C}" destId="{9240E768-4C4A-476D-972A-09EF40B743E9}" srcOrd="3" destOrd="0" presId="urn:microsoft.com/office/officeart/2008/layout/LinedList"/>
    <dgm:cxn modelId="{4F058F44-7439-44CC-A698-503BE6E28D16}" type="presParOf" srcId="{9240E768-4C4A-476D-972A-09EF40B743E9}" destId="{68456DF1-A64B-4B36-A6B4-27E57FD5F5A9}" srcOrd="0" destOrd="0" presId="urn:microsoft.com/office/officeart/2008/layout/LinedList"/>
    <dgm:cxn modelId="{998E3CDF-D5A9-469B-BE34-C3B15F4CC5CB}" type="presParOf" srcId="{9240E768-4C4A-476D-972A-09EF40B743E9}" destId="{32EC1293-2241-4BC8-B5EF-3EBB26C4EEE6}" srcOrd="1" destOrd="0" presId="urn:microsoft.com/office/officeart/2008/layout/LinedList"/>
    <dgm:cxn modelId="{C0516C9F-6CAF-4F52-A440-5C524146CF14}" type="presParOf" srcId="{E8BE2F60-4FA1-4B72-B959-6B11C3DB658C}" destId="{3A1B5D33-92C0-4F12-8DAA-FFD9E2D84C72}" srcOrd="4" destOrd="0" presId="urn:microsoft.com/office/officeart/2008/layout/LinedList"/>
    <dgm:cxn modelId="{69AABEA9-86F0-4226-8303-58C945E025FF}" type="presParOf" srcId="{E8BE2F60-4FA1-4B72-B959-6B11C3DB658C}" destId="{35574C97-4A21-4B52-9446-A3C75B639A52}" srcOrd="5" destOrd="0" presId="urn:microsoft.com/office/officeart/2008/layout/LinedList"/>
    <dgm:cxn modelId="{6AF0E3A7-1F33-4C52-9142-FE5FE3F74C75}" type="presParOf" srcId="{35574C97-4A21-4B52-9446-A3C75B639A52}" destId="{126D67AD-04D9-4F0C-A0BB-6F026BCF7BDE}" srcOrd="0" destOrd="0" presId="urn:microsoft.com/office/officeart/2008/layout/LinedList"/>
    <dgm:cxn modelId="{8272533F-B85F-40E9-B561-1261BB2911A6}" type="presParOf" srcId="{35574C97-4A21-4B52-9446-A3C75B639A52}" destId="{02E4A053-FD75-4C1A-AAED-66ECB9E57D11}" srcOrd="1" destOrd="0" presId="urn:microsoft.com/office/officeart/2008/layout/LinedList"/>
    <dgm:cxn modelId="{45F349DC-F51F-4E44-A522-DE9A557A983C}" type="presParOf" srcId="{E8BE2F60-4FA1-4B72-B959-6B11C3DB658C}" destId="{9E2E0945-B805-4A96-A4F8-ABB34077D8DC}" srcOrd="6" destOrd="0" presId="urn:microsoft.com/office/officeart/2008/layout/LinedList"/>
    <dgm:cxn modelId="{7C81E5A5-D1DC-4076-A2C9-FFD9C156D335}" type="presParOf" srcId="{E8BE2F60-4FA1-4B72-B959-6B11C3DB658C}" destId="{FBBD7334-1E92-48D5-A1D2-3DF3B6D551A3}" srcOrd="7" destOrd="0" presId="urn:microsoft.com/office/officeart/2008/layout/LinedList"/>
    <dgm:cxn modelId="{B3E8A6B5-3E32-44F2-8FEE-0E7B76AFBF48}" type="presParOf" srcId="{FBBD7334-1E92-48D5-A1D2-3DF3B6D551A3}" destId="{6A030F35-7E74-44AB-8DF5-B278DA4B6F95}" srcOrd="0" destOrd="0" presId="urn:microsoft.com/office/officeart/2008/layout/LinedList"/>
    <dgm:cxn modelId="{271B57C3-C797-4393-97E6-F920253A3865}" type="presParOf" srcId="{FBBD7334-1E92-48D5-A1D2-3DF3B6D551A3}" destId="{A990FF0E-EC3F-46E1-B8CD-FE64147E23E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F1452D-175A-4046-93B2-E56F18DE88D6}">
      <dsp:nvSpPr>
        <dsp:cNvPr id="0" name=""/>
        <dsp:cNvSpPr/>
      </dsp:nvSpPr>
      <dsp:spPr>
        <a:xfrm>
          <a:off x="2283840" y="193941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5C276C-D29C-451C-96C9-2D483DE26EA5}">
      <dsp:nvSpPr>
        <dsp:cNvPr id="0" name=""/>
        <dsp:cNvSpPr/>
      </dsp:nvSpPr>
      <dsp:spPr>
        <a:xfrm>
          <a:off x="879840" y="1885350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Liked:</a:t>
          </a:r>
        </a:p>
      </dsp:txBody>
      <dsp:txXfrm>
        <a:off x="879840" y="1885350"/>
        <a:ext cx="4320000" cy="648000"/>
      </dsp:txXfrm>
    </dsp:sp>
    <dsp:sp modelId="{37166FF5-5844-4E31-BCFD-2C1526314DE5}">
      <dsp:nvSpPr>
        <dsp:cNvPr id="0" name=""/>
        <dsp:cNvSpPr/>
      </dsp:nvSpPr>
      <dsp:spPr>
        <a:xfrm>
          <a:off x="879840" y="2616796"/>
          <a:ext cx="4320000" cy="1749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 got gifted my air pods from my ex-husband. We got our air pods due to the convenience and portability of the product.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We also bought them because of the seamless integration with all Apple devices and sound and call clarity especially for people with horrible hearing. </a:t>
          </a:r>
        </a:p>
      </dsp:txBody>
      <dsp:txXfrm>
        <a:off x="879840" y="2616796"/>
        <a:ext cx="4320000" cy="1749444"/>
      </dsp:txXfrm>
    </dsp:sp>
    <dsp:sp modelId="{96F7C9B7-54D5-488C-BA42-55C6214B1EFC}">
      <dsp:nvSpPr>
        <dsp:cNvPr id="0" name=""/>
        <dsp:cNvSpPr/>
      </dsp:nvSpPr>
      <dsp:spPr>
        <a:xfrm>
          <a:off x="7359840" y="193941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5D9971-7E37-43E5-AD10-662AA9FE97C0}">
      <dsp:nvSpPr>
        <dsp:cNvPr id="0" name=""/>
        <dsp:cNvSpPr/>
      </dsp:nvSpPr>
      <dsp:spPr>
        <a:xfrm>
          <a:off x="5955840" y="1885350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Disliked:</a:t>
          </a:r>
        </a:p>
      </dsp:txBody>
      <dsp:txXfrm>
        <a:off x="5955840" y="1885350"/>
        <a:ext cx="4320000" cy="648000"/>
      </dsp:txXfrm>
    </dsp:sp>
    <dsp:sp modelId="{A166EA97-F52D-44F7-8E77-5CB76B3F16B2}">
      <dsp:nvSpPr>
        <dsp:cNvPr id="0" name=""/>
        <dsp:cNvSpPr/>
      </dsp:nvSpPr>
      <dsp:spPr>
        <a:xfrm>
          <a:off x="5955840" y="2616796"/>
          <a:ext cx="4320000" cy="1749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Battery degradation over time and easily misplaced due to the small size.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If it was not for Find My I would have lost them a long time ago.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There is also limited customization of the controls. </a:t>
          </a:r>
        </a:p>
      </dsp:txBody>
      <dsp:txXfrm>
        <a:off x="5955840" y="2616796"/>
        <a:ext cx="4320000" cy="17494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A08EB-540A-4FF9-9B3D-960132E15D35}">
      <dsp:nvSpPr>
        <dsp:cNvPr id="0" name=""/>
        <dsp:cNvSpPr/>
      </dsp:nvSpPr>
      <dsp:spPr>
        <a:xfrm>
          <a:off x="0" y="366876"/>
          <a:ext cx="7488936" cy="15214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1225" tIns="437388" rIns="581225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Works on the go, needs reliable calls and quick pairing.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AirPods simplify the transitions between devices. </a:t>
          </a:r>
        </a:p>
      </dsp:txBody>
      <dsp:txXfrm>
        <a:off x="0" y="366876"/>
        <a:ext cx="7488936" cy="1521449"/>
      </dsp:txXfrm>
    </dsp:sp>
    <dsp:sp modelId="{295815C5-D80A-47E6-9849-56687BDE5A40}">
      <dsp:nvSpPr>
        <dsp:cNvPr id="0" name=""/>
        <dsp:cNvSpPr/>
      </dsp:nvSpPr>
      <dsp:spPr>
        <a:xfrm>
          <a:off x="374446" y="56916"/>
          <a:ext cx="5242255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45" tIns="0" rIns="19814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The Mobile Professional</a:t>
          </a:r>
        </a:p>
      </dsp:txBody>
      <dsp:txXfrm>
        <a:off x="404708" y="87178"/>
        <a:ext cx="5181731" cy="559396"/>
      </dsp:txXfrm>
    </dsp:sp>
    <dsp:sp modelId="{20DF6858-CA2E-4F08-876A-BAF5479142D3}">
      <dsp:nvSpPr>
        <dsp:cNvPr id="0" name=""/>
        <dsp:cNvSpPr/>
      </dsp:nvSpPr>
      <dsp:spPr>
        <a:xfrm>
          <a:off x="0" y="2311686"/>
          <a:ext cx="7488936" cy="12237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1225" tIns="437388" rIns="581225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Wanting a lightweight wireless audio for workouts.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No wires, they are sweat resistant as well. </a:t>
          </a:r>
        </a:p>
      </dsp:txBody>
      <dsp:txXfrm>
        <a:off x="0" y="2311686"/>
        <a:ext cx="7488936" cy="1223775"/>
      </dsp:txXfrm>
    </dsp:sp>
    <dsp:sp modelId="{9B2B62E5-3CF7-4BE1-8A8F-677FFEAB9775}">
      <dsp:nvSpPr>
        <dsp:cNvPr id="0" name=""/>
        <dsp:cNvSpPr/>
      </dsp:nvSpPr>
      <dsp:spPr>
        <a:xfrm>
          <a:off x="374446" y="2001726"/>
          <a:ext cx="5242255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45" tIns="0" rIns="19814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Fitness Enthusiast </a:t>
          </a:r>
        </a:p>
      </dsp:txBody>
      <dsp:txXfrm>
        <a:off x="404708" y="2031988"/>
        <a:ext cx="5181731" cy="559396"/>
      </dsp:txXfrm>
    </dsp:sp>
    <dsp:sp modelId="{98F40000-7E22-4439-9797-6849A5A0D09C}">
      <dsp:nvSpPr>
        <dsp:cNvPr id="0" name=""/>
        <dsp:cNvSpPr/>
      </dsp:nvSpPr>
      <dsp:spPr>
        <a:xfrm>
          <a:off x="0" y="3958821"/>
          <a:ext cx="7488936" cy="12237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1225" tIns="437388" rIns="581225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Uses audio for music, podcasts, and commuting.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It is simple and intuitive. </a:t>
          </a:r>
        </a:p>
      </dsp:txBody>
      <dsp:txXfrm>
        <a:off x="0" y="3958821"/>
        <a:ext cx="7488936" cy="1223775"/>
      </dsp:txXfrm>
    </dsp:sp>
    <dsp:sp modelId="{887A94EF-9B6F-4692-8838-8110A2D5573B}">
      <dsp:nvSpPr>
        <dsp:cNvPr id="0" name=""/>
        <dsp:cNvSpPr/>
      </dsp:nvSpPr>
      <dsp:spPr>
        <a:xfrm>
          <a:off x="374446" y="3648861"/>
          <a:ext cx="5242255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45" tIns="0" rIns="19814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Casual Listener</a:t>
          </a:r>
        </a:p>
      </dsp:txBody>
      <dsp:txXfrm>
        <a:off x="404708" y="3679123"/>
        <a:ext cx="5181731" cy="5593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268AEA-87D9-4A52-BAA1-72812973FC9A}">
      <dsp:nvSpPr>
        <dsp:cNvPr id="0" name=""/>
        <dsp:cNvSpPr/>
      </dsp:nvSpPr>
      <dsp:spPr>
        <a:xfrm>
          <a:off x="3080" y="560012"/>
          <a:ext cx="1165007" cy="11650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6CC20-BFB6-4D36-9BE6-07D21169E49C}">
      <dsp:nvSpPr>
        <dsp:cNvPr id="0" name=""/>
        <dsp:cNvSpPr/>
      </dsp:nvSpPr>
      <dsp:spPr>
        <a:xfrm>
          <a:off x="3080" y="1838845"/>
          <a:ext cx="3328593" cy="499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For Battery Degradation</a:t>
          </a:r>
          <a:endParaRPr lang="en-US" sz="1600" kern="1200"/>
        </a:p>
      </dsp:txBody>
      <dsp:txXfrm>
        <a:off x="3080" y="1838845"/>
        <a:ext cx="3328593" cy="499289"/>
      </dsp:txXfrm>
    </dsp:sp>
    <dsp:sp modelId="{0D1698D4-94BF-4BFF-9B69-F1D02599CA7B}">
      <dsp:nvSpPr>
        <dsp:cNvPr id="0" name=""/>
        <dsp:cNvSpPr/>
      </dsp:nvSpPr>
      <dsp:spPr>
        <a:xfrm>
          <a:off x="3080" y="2391077"/>
          <a:ext cx="3328593" cy="816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How long do you expect your earbuds to last before needing replacement?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What frustrations do you experience when battery life decreases over time?</a:t>
          </a:r>
        </a:p>
      </dsp:txBody>
      <dsp:txXfrm>
        <a:off x="3080" y="2391077"/>
        <a:ext cx="3328593" cy="816048"/>
      </dsp:txXfrm>
    </dsp:sp>
    <dsp:sp modelId="{1AE8130C-AEA6-490A-AFAC-C332837CB3D5}">
      <dsp:nvSpPr>
        <dsp:cNvPr id="0" name=""/>
        <dsp:cNvSpPr/>
      </dsp:nvSpPr>
      <dsp:spPr>
        <a:xfrm>
          <a:off x="3914178" y="560012"/>
          <a:ext cx="1165007" cy="11650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75F9D8-77B6-4740-9AFE-4C3ED36153A0}">
      <dsp:nvSpPr>
        <dsp:cNvPr id="0" name=""/>
        <dsp:cNvSpPr/>
      </dsp:nvSpPr>
      <dsp:spPr>
        <a:xfrm>
          <a:off x="3914178" y="1838845"/>
          <a:ext cx="3328593" cy="499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For Ease of Losing Them</a:t>
          </a:r>
          <a:endParaRPr lang="en-US" sz="1600" kern="1200"/>
        </a:p>
      </dsp:txBody>
      <dsp:txXfrm>
        <a:off x="3914178" y="1838845"/>
        <a:ext cx="3328593" cy="499289"/>
      </dsp:txXfrm>
    </dsp:sp>
    <dsp:sp modelId="{8C9585B4-7E80-4D8B-8AC8-B6FE6F60D132}">
      <dsp:nvSpPr>
        <dsp:cNvPr id="0" name=""/>
        <dsp:cNvSpPr/>
      </dsp:nvSpPr>
      <dsp:spPr>
        <a:xfrm>
          <a:off x="3914178" y="2391077"/>
          <a:ext cx="3328593" cy="816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 what situations do you misplace small tech accessories?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Would tracking or attachment accessories improve your experience?</a:t>
          </a:r>
        </a:p>
      </dsp:txBody>
      <dsp:txXfrm>
        <a:off x="3914178" y="2391077"/>
        <a:ext cx="3328593" cy="816048"/>
      </dsp:txXfrm>
    </dsp:sp>
    <dsp:sp modelId="{6D4CE5A5-19AA-4B1A-AB24-C6EBC0493104}">
      <dsp:nvSpPr>
        <dsp:cNvPr id="0" name=""/>
        <dsp:cNvSpPr/>
      </dsp:nvSpPr>
      <dsp:spPr>
        <a:xfrm>
          <a:off x="7825275" y="560012"/>
          <a:ext cx="1165007" cy="11650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45AAD0-7599-4695-814F-770A521C5B5A}">
      <dsp:nvSpPr>
        <dsp:cNvPr id="0" name=""/>
        <dsp:cNvSpPr/>
      </dsp:nvSpPr>
      <dsp:spPr>
        <a:xfrm>
          <a:off x="7825275" y="1838845"/>
          <a:ext cx="3328593" cy="499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For Limited Control Customization</a:t>
          </a:r>
          <a:endParaRPr lang="en-US" sz="1600" kern="1200"/>
        </a:p>
      </dsp:txBody>
      <dsp:txXfrm>
        <a:off x="7825275" y="1838845"/>
        <a:ext cx="3328593" cy="499289"/>
      </dsp:txXfrm>
    </dsp:sp>
    <dsp:sp modelId="{9BDD4E13-7315-42FA-9FC8-6232E9F79184}">
      <dsp:nvSpPr>
        <dsp:cNvPr id="0" name=""/>
        <dsp:cNvSpPr/>
      </dsp:nvSpPr>
      <dsp:spPr>
        <a:xfrm>
          <a:off x="7825275" y="2391077"/>
          <a:ext cx="3328593" cy="816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What actions do you most frequently perform while listening to audio?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How important is customizable touch or button control to you?</a:t>
          </a:r>
        </a:p>
      </dsp:txBody>
      <dsp:txXfrm>
        <a:off x="7825275" y="2391077"/>
        <a:ext cx="3328593" cy="8160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0F64EC-5C6D-4531-9815-A71BC15CB09A}">
      <dsp:nvSpPr>
        <dsp:cNvPr id="0" name=""/>
        <dsp:cNvSpPr/>
      </dsp:nvSpPr>
      <dsp:spPr>
        <a:xfrm>
          <a:off x="0" y="0"/>
          <a:ext cx="1115695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61787C-02EE-4D35-9879-6A87033AFD4B}">
      <dsp:nvSpPr>
        <dsp:cNvPr id="0" name=""/>
        <dsp:cNvSpPr/>
      </dsp:nvSpPr>
      <dsp:spPr>
        <a:xfrm>
          <a:off x="0" y="0"/>
          <a:ext cx="11156950" cy="941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Apple Inc. (2023). </a:t>
          </a:r>
          <a:r>
            <a:rPr lang="en-US" sz="2600" b="0" i="1" kern="1200" baseline="0" dirty="0"/>
            <a:t>AirPods: Technical specifications</a:t>
          </a:r>
          <a:r>
            <a:rPr lang="en-US" sz="2600" b="0" i="0" kern="1200" baseline="0" dirty="0"/>
            <a:t>. </a:t>
          </a:r>
          <a:r>
            <a:rPr lang="en-US" sz="2600" b="0" i="0" kern="1200" baseline="0" dirty="0">
              <a:hlinkClick xmlns:r="http://schemas.openxmlformats.org/officeDocument/2006/relationships" r:id="rId1"/>
            </a:rPr>
            <a:t>https://www.apple.com</a:t>
          </a:r>
          <a:endParaRPr lang="en-US" sz="2600" kern="1200" dirty="0"/>
        </a:p>
      </dsp:txBody>
      <dsp:txXfrm>
        <a:off x="0" y="0"/>
        <a:ext cx="11156950" cy="941784"/>
      </dsp:txXfrm>
    </dsp:sp>
    <dsp:sp modelId="{6968F2F6-3AA2-471F-8E18-51C23AD23072}">
      <dsp:nvSpPr>
        <dsp:cNvPr id="0" name=""/>
        <dsp:cNvSpPr/>
      </dsp:nvSpPr>
      <dsp:spPr>
        <a:xfrm>
          <a:off x="0" y="941784"/>
          <a:ext cx="11156950" cy="0"/>
        </a:xfrm>
        <a:prstGeom prst="line">
          <a:avLst/>
        </a:prstGeom>
        <a:solidFill>
          <a:schemeClr val="accent2">
            <a:hueOff val="-3456336"/>
            <a:satOff val="-6803"/>
            <a:lumOff val="4248"/>
            <a:alphaOff val="0"/>
          </a:schemeClr>
        </a:solidFill>
        <a:ln w="19050" cap="flat" cmpd="sng" algn="ctr">
          <a:solidFill>
            <a:schemeClr val="accent2">
              <a:hueOff val="-3456336"/>
              <a:satOff val="-6803"/>
              <a:lumOff val="42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456DF1-A64B-4B36-A6B4-27E57FD5F5A9}">
      <dsp:nvSpPr>
        <dsp:cNvPr id="0" name=""/>
        <dsp:cNvSpPr/>
      </dsp:nvSpPr>
      <dsp:spPr>
        <a:xfrm>
          <a:off x="0" y="941784"/>
          <a:ext cx="11156950" cy="941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Norman, D. A. (2013). </a:t>
          </a:r>
          <a:r>
            <a:rPr lang="en-US" sz="2600" b="0" i="1" kern="1200" baseline="0"/>
            <a:t>The design of everyday things</a:t>
          </a:r>
          <a:r>
            <a:rPr lang="en-US" sz="2600" b="0" i="0" kern="1200" baseline="0"/>
            <a:t> (Revised ed.). Basic Books.</a:t>
          </a:r>
          <a:endParaRPr lang="en-US" sz="2600" kern="1200"/>
        </a:p>
      </dsp:txBody>
      <dsp:txXfrm>
        <a:off x="0" y="941784"/>
        <a:ext cx="11156950" cy="941784"/>
      </dsp:txXfrm>
    </dsp:sp>
    <dsp:sp modelId="{3A1B5D33-92C0-4F12-8DAA-FFD9E2D84C72}">
      <dsp:nvSpPr>
        <dsp:cNvPr id="0" name=""/>
        <dsp:cNvSpPr/>
      </dsp:nvSpPr>
      <dsp:spPr>
        <a:xfrm>
          <a:off x="0" y="1883569"/>
          <a:ext cx="11156950" cy="0"/>
        </a:xfrm>
        <a:prstGeom prst="line">
          <a:avLst/>
        </a:prstGeom>
        <a:solidFill>
          <a:schemeClr val="accent2">
            <a:hueOff val="-6912672"/>
            <a:satOff val="-13605"/>
            <a:lumOff val="8497"/>
            <a:alphaOff val="0"/>
          </a:schemeClr>
        </a:solidFill>
        <a:ln w="19050" cap="flat" cmpd="sng" algn="ctr">
          <a:solidFill>
            <a:schemeClr val="accent2">
              <a:hueOff val="-6912672"/>
              <a:satOff val="-13605"/>
              <a:lumOff val="84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D67AD-04D9-4F0C-A0BB-6F026BCF7BDE}">
      <dsp:nvSpPr>
        <dsp:cNvPr id="0" name=""/>
        <dsp:cNvSpPr/>
      </dsp:nvSpPr>
      <dsp:spPr>
        <a:xfrm>
          <a:off x="0" y="1883568"/>
          <a:ext cx="11156950" cy="941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Nielsen Norman Group. (2020). </a:t>
          </a:r>
          <a:r>
            <a:rPr lang="en-US" sz="2600" b="0" i="1" kern="1200" baseline="0" dirty="0"/>
            <a:t>User research methods: An overview</a:t>
          </a:r>
          <a:r>
            <a:rPr lang="en-US" sz="2600" b="0" i="0" kern="1200" baseline="0" dirty="0"/>
            <a:t>. </a:t>
          </a:r>
          <a:r>
            <a:rPr lang="en-US" sz="2600" b="0" i="0" kern="1200" baseline="0" dirty="0">
              <a:hlinkClick xmlns:r="http://schemas.openxmlformats.org/officeDocument/2006/relationships" r:id="rId2"/>
            </a:rPr>
            <a:t>https://www.nngroup.com</a:t>
          </a:r>
          <a:endParaRPr lang="en-US" sz="2600" kern="1200" dirty="0"/>
        </a:p>
      </dsp:txBody>
      <dsp:txXfrm>
        <a:off x="0" y="1883568"/>
        <a:ext cx="11156950" cy="941784"/>
      </dsp:txXfrm>
    </dsp:sp>
    <dsp:sp modelId="{9E2E0945-B805-4A96-A4F8-ABB34077D8DC}">
      <dsp:nvSpPr>
        <dsp:cNvPr id="0" name=""/>
        <dsp:cNvSpPr/>
      </dsp:nvSpPr>
      <dsp:spPr>
        <a:xfrm>
          <a:off x="0" y="2825353"/>
          <a:ext cx="11156950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30F35-7E74-44AB-8DF5-B278DA4B6F95}">
      <dsp:nvSpPr>
        <dsp:cNvPr id="0" name=""/>
        <dsp:cNvSpPr/>
      </dsp:nvSpPr>
      <dsp:spPr>
        <a:xfrm>
          <a:off x="0" y="2825353"/>
          <a:ext cx="11156950" cy="941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Interaction Design Foundation. (2022). </a:t>
          </a:r>
          <a:r>
            <a:rPr lang="en-US" sz="2600" b="0" i="1" kern="1200" baseline="0" dirty="0"/>
            <a:t>User-centered design</a:t>
          </a:r>
          <a:r>
            <a:rPr lang="en-US" sz="2600" b="0" i="0" kern="1200" baseline="0" dirty="0"/>
            <a:t>. </a:t>
          </a:r>
          <a:r>
            <a:rPr lang="en-US" sz="2600" b="0" i="0" kern="1200" baseline="0" dirty="0">
              <a:hlinkClick xmlns:r="http://schemas.openxmlformats.org/officeDocument/2006/relationships" r:id="rId3"/>
            </a:rPr>
            <a:t>https://www.interaction-design.org</a:t>
          </a:r>
          <a:endParaRPr lang="en-US" sz="2600" kern="1200" dirty="0"/>
        </a:p>
      </dsp:txBody>
      <dsp:txXfrm>
        <a:off x="0" y="2825353"/>
        <a:ext cx="11156950" cy="9417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72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447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5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875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54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62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442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5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911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07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09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1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0" r:id="rId6"/>
    <p:sldLayoutId id="2147483686" r:id="rId7"/>
    <p:sldLayoutId id="2147483687" r:id="rId8"/>
    <p:sldLayoutId id="2147483688" r:id="rId9"/>
    <p:sldLayoutId id="2147483689" r:id="rId10"/>
    <p:sldLayoutId id="214748369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Floating green apple on green background">
            <a:extLst>
              <a:ext uri="{FF2B5EF4-FFF2-40B4-BE49-F238E27FC236}">
                <a16:creationId xmlns:a16="http://schemas.microsoft.com/office/drawing/2014/main" id="{FCA0B0B8-1C42-BD97-9027-1B9F7F7DD7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80" t="20410" r="441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0D2FEB-EDE0-983F-3F2F-68D03B3F6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Apple AirPods: A User‑Centered Design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6FCCE2-E4AC-E212-EE7E-6482A5AFF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1975" y="5739969"/>
            <a:ext cx="3355309" cy="960120"/>
          </a:xfrm>
        </p:spPr>
        <p:txBody>
          <a:bodyPr anchor="ctr">
            <a:normAutofit/>
          </a:bodyPr>
          <a:lstStyle/>
          <a:p>
            <a:pPr algn="r"/>
            <a:r>
              <a:rPr lang="en-US" sz="1900"/>
              <a:t>Joshua Zimmerman-Gibson</a:t>
            </a:r>
          </a:p>
          <a:p>
            <a:pPr algn="r"/>
            <a:r>
              <a:rPr lang="en-US" sz="1900"/>
              <a:t>1/6/2025</a:t>
            </a:r>
          </a:p>
        </p:txBody>
      </p:sp>
    </p:spTree>
    <p:extLst>
      <p:ext uri="{BB962C8B-B14F-4D97-AF65-F5344CB8AC3E}">
        <p14:creationId xmlns:p14="http://schemas.microsoft.com/office/powerpoint/2010/main" val="53648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3865A-0E99-EF98-9476-4E64F3667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Why I Decided to Purchase the Product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E32A2D-ED98-EF3D-7EAC-DFC1986F68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0214350"/>
              </p:ext>
            </p:extLst>
          </p:nvPr>
        </p:nvGraphicFramePr>
        <p:xfrm>
          <a:off x="521970" y="1785056"/>
          <a:ext cx="11155680" cy="456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3581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CB28AB-9D03-DB9C-B905-6868BD3FC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US" sz="4000"/>
              <a:t>Likely User Personas Apple Designed For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5DED3D-03D2-3988-9407-C9BBC82A4D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0363806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7010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1D50E-42CB-C579-C977-EE7AC96EA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What Research Questions Could Have Improved the Design?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239956-B1F8-9AAA-8FA3-54047E5811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1452340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8382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DB3ED0-7A6D-9FA4-1FB6-904670187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03C7D8F-00E3-BA8F-A626-8C8189A2EC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4925592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035107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Metadata/LabelInfo.xml><?xml version="1.0" encoding="utf-8"?>
<clbl:labelList xmlns:clbl="http://schemas.microsoft.com/office/2020/mipLabelMetadata">
  <clbl:label id="{50656f6f-463c-4054-9fc2-6f4071c6e7fc}" enabled="0" method="" siteId="{50656f6f-463c-4054-9fc2-6f4071c6e7f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344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Bierstadt</vt:lpstr>
      <vt:lpstr>GestaltVTI</vt:lpstr>
      <vt:lpstr>Apple AirPods: A User‑Centered Design Analysis</vt:lpstr>
      <vt:lpstr>Why I Decided to Purchase the Product</vt:lpstr>
      <vt:lpstr>Likely User Personas Apple Designed For</vt:lpstr>
      <vt:lpstr>What Research Questions Could Have Improved the Design?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VB-Zimmerman-Gibson, Joshua (Virginia Beach)</dc:creator>
  <cp:lastModifiedBy>VB-Zimmerman-Gibson, Joshua (Virginia Beach)</cp:lastModifiedBy>
  <cp:revision>1</cp:revision>
  <dcterms:created xsi:type="dcterms:W3CDTF">2026-01-06T22:57:52Z</dcterms:created>
  <dcterms:modified xsi:type="dcterms:W3CDTF">2026-01-06T23:11:59Z</dcterms:modified>
</cp:coreProperties>
</file>