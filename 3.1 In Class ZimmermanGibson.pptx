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59C7B-9DA4-4DFE-BAC2-A321D622EEC0}" v="12" dt="2026-01-06T00:19:49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Zimmerman-Gibson, Joshua (Virginia Beach)" userId="d08658ba-7f2c-4f82-b12e-30c210e6c7f4" providerId="ADAL" clId="{23C60D7C-9F91-4633-BF4C-68A2380382C8}"/>
    <pc:docChg chg="custSel addSld modSld addMainMaster delMainMaster">
      <pc:chgData name="VB-Zimmerman-Gibson, Joshua (Virginia Beach)" userId="d08658ba-7f2c-4f82-b12e-30c210e6c7f4" providerId="ADAL" clId="{23C60D7C-9F91-4633-BF4C-68A2380382C8}" dt="2026-01-06T00:19:49.398" v="726"/>
      <pc:docMkLst>
        <pc:docMk/>
      </pc:docMkLst>
      <pc:sldChg chg="addSp modSp mod setBg modClrScheme setClrOvrMap chgLayout">
        <pc:chgData name="VB-Zimmerman-Gibson, Joshua (Virginia Beach)" userId="d08658ba-7f2c-4f82-b12e-30c210e6c7f4" providerId="ADAL" clId="{23C60D7C-9F91-4633-BF4C-68A2380382C8}" dt="2026-01-06T00:11:22.947" v="51" actId="120"/>
        <pc:sldMkLst>
          <pc:docMk/>
          <pc:sldMk cId="3302166399" sldId="256"/>
        </pc:sldMkLst>
        <pc:spChg chg="mod">
          <ac:chgData name="VB-Zimmerman-Gibson, Joshua (Virginia Beach)" userId="d08658ba-7f2c-4f82-b12e-30c210e6c7f4" providerId="ADAL" clId="{23C60D7C-9F91-4633-BF4C-68A2380382C8}" dt="2026-01-06T00:10:47.079" v="4" actId="27636"/>
          <ac:spMkLst>
            <pc:docMk/>
            <pc:sldMk cId="3302166399" sldId="256"/>
            <ac:spMk id="2" creationId="{08D6525A-51D8-9271-4497-ADD64C21D45C}"/>
          </ac:spMkLst>
        </pc:spChg>
        <pc:spChg chg="mod">
          <ac:chgData name="VB-Zimmerman-Gibson, Joshua (Virginia Beach)" userId="d08658ba-7f2c-4f82-b12e-30c210e6c7f4" providerId="ADAL" clId="{23C60D7C-9F91-4633-BF4C-68A2380382C8}" dt="2026-01-06T00:11:22.947" v="51" actId="120"/>
          <ac:spMkLst>
            <pc:docMk/>
            <pc:sldMk cId="3302166399" sldId="256"/>
            <ac:spMk id="3" creationId="{2403883B-F195-9DEF-F5E3-9018F28C5C27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0:32.614" v="0" actId="26606"/>
          <ac:spMkLst>
            <pc:docMk/>
            <pc:sldMk cId="3302166399" sldId="256"/>
            <ac:spMk id="9" creationId="{80B98925-0550-1AFB-C1DC-02792400FB71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0:32.614" v="0" actId="26606"/>
          <ac:spMkLst>
            <pc:docMk/>
            <pc:sldMk cId="3302166399" sldId="256"/>
            <ac:spMk id="11" creationId="{0CCA9273-E74E-A306-1F74-BEF9EDA30500}"/>
          </ac:spMkLst>
        </pc:spChg>
        <pc:picChg chg="add">
          <ac:chgData name="VB-Zimmerman-Gibson, Joshua (Virginia Beach)" userId="d08658ba-7f2c-4f82-b12e-30c210e6c7f4" providerId="ADAL" clId="{23C60D7C-9F91-4633-BF4C-68A2380382C8}" dt="2026-01-06T00:10:32.614" v="0" actId="26606"/>
          <ac:picMkLst>
            <pc:docMk/>
            <pc:sldMk cId="3302166399" sldId="256"/>
            <ac:picMk id="4" creationId="{BB20FE36-E0FC-5005-62BA-7AED452FF4EB}"/>
          </ac:picMkLst>
        </pc:picChg>
      </pc:sldChg>
      <pc:sldChg chg="addSp modSp new mod setBg">
        <pc:chgData name="VB-Zimmerman-Gibson, Joshua (Virginia Beach)" userId="d08658ba-7f2c-4f82-b12e-30c210e6c7f4" providerId="ADAL" clId="{23C60D7C-9F91-4633-BF4C-68A2380382C8}" dt="2026-01-06T00:13:11.688" v="307" actId="26606"/>
        <pc:sldMkLst>
          <pc:docMk/>
          <pc:sldMk cId="123039958" sldId="257"/>
        </pc:sldMkLst>
        <pc:spChg chg="mod">
          <ac:chgData name="VB-Zimmerman-Gibson, Joshua (Virginia Beach)" userId="d08658ba-7f2c-4f82-b12e-30c210e6c7f4" providerId="ADAL" clId="{23C60D7C-9F91-4633-BF4C-68A2380382C8}" dt="2026-01-06T00:13:11.688" v="307" actId="26606"/>
          <ac:spMkLst>
            <pc:docMk/>
            <pc:sldMk cId="123039958" sldId="257"/>
            <ac:spMk id="2" creationId="{9926BDDF-A753-9E04-6D7E-F975A67A7EB9}"/>
          </ac:spMkLst>
        </pc:spChg>
        <pc:spChg chg="mod">
          <ac:chgData name="VB-Zimmerman-Gibson, Joshua (Virginia Beach)" userId="d08658ba-7f2c-4f82-b12e-30c210e6c7f4" providerId="ADAL" clId="{23C60D7C-9F91-4633-BF4C-68A2380382C8}" dt="2026-01-06T00:13:11.688" v="307" actId="26606"/>
          <ac:spMkLst>
            <pc:docMk/>
            <pc:sldMk cId="123039958" sldId="257"/>
            <ac:spMk id="3" creationId="{1474EF3B-06F4-5654-3BC3-920BD597607F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3:11.688" v="307" actId="26606"/>
          <ac:spMkLst>
            <pc:docMk/>
            <pc:sldMk cId="123039958" sldId="257"/>
            <ac:spMk id="9" creationId="{92CC1E4F-F1F0-B945-BE50-C72A7103E8AC}"/>
          </ac:spMkLst>
        </pc:spChg>
        <pc:picChg chg="add">
          <ac:chgData name="VB-Zimmerman-Gibson, Joshua (Virginia Beach)" userId="d08658ba-7f2c-4f82-b12e-30c210e6c7f4" providerId="ADAL" clId="{23C60D7C-9F91-4633-BF4C-68A2380382C8}" dt="2026-01-06T00:13:11.688" v="307" actId="26606"/>
          <ac:picMkLst>
            <pc:docMk/>
            <pc:sldMk cId="123039958" sldId="257"/>
            <ac:picMk id="5" creationId="{3F2CC81F-2AC6-B0DA-6E7E-6825446D1136}"/>
          </ac:picMkLst>
        </pc:picChg>
      </pc:sldChg>
      <pc:sldChg chg="addSp delSp modSp new mod setBg">
        <pc:chgData name="VB-Zimmerman-Gibson, Joshua (Virginia Beach)" userId="d08658ba-7f2c-4f82-b12e-30c210e6c7f4" providerId="ADAL" clId="{23C60D7C-9F91-4633-BF4C-68A2380382C8}" dt="2026-01-06T00:15:29.786" v="683" actId="26606"/>
        <pc:sldMkLst>
          <pc:docMk/>
          <pc:sldMk cId="1077501777" sldId="258"/>
        </pc:sldMkLst>
        <pc:spChg chg="mod">
          <ac:chgData name="VB-Zimmerman-Gibson, Joshua (Virginia Beach)" userId="d08658ba-7f2c-4f82-b12e-30c210e6c7f4" providerId="ADAL" clId="{23C60D7C-9F91-4633-BF4C-68A2380382C8}" dt="2026-01-06T00:15:29.786" v="683" actId="26606"/>
          <ac:spMkLst>
            <pc:docMk/>
            <pc:sldMk cId="1077501777" sldId="258"/>
            <ac:spMk id="2" creationId="{589486CD-CF09-8D1C-2FFD-3B44CD35845E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00:15:29.786" v="683" actId="26606"/>
          <ac:spMkLst>
            <pc:docMk/>
            <pc:sldMk cId="1077501777" sldId="258"/>
            <ac:spMk id="3" creationId="{77A1BA2F-0E86-965C-F0C0-3BEE3B35D55B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5:29.786" v="683" actId="26606"/>
          <ac:spMkLst>
            <pc:docMk/>
            <pc:sldMk cId="1077501777" sldId="258"/>
            <ac:spMk id="9" creationId="{353CF00F-82D0-0DBA-75D5-1D01B4526C68}"/>
          </ac:spMkLst>
        </pc:spChg>
        <pc:graphicFrameChg chg="add">
          <ac:chgData name="VB-Zimmerman-Gibson, Joshua (Virginia Beach)" userId="d08658ba-7f2c-4f82-b12e-30c210e6c7f4" providerId="ADAL" clId="{23C60D7C-9F91-4633-BF4C-68A2380382C8}" dt="2026-01-06T00:15:29.786" v="683" actId="26606"/>
          <ac:graphicFrameMkLst>
            <pc:docMk/>
            <pc:sldMk cId="1077501777" sldId="258"/>
            <ac:graphicFrameMk id="5" creationId="{A88CF8C5-2FAE-B0DF-9041-42B371D8EFD1}"/>
          </ac:graphicFrameMkLst>
        </pc:graphicFrameChg>
      </pc:sldChg>
      <pc:sldChg chg="addSp delSp modSp new mod setBg">
        <pc:chgData name="VB-Zimmerman-Gibson, Joshua (Virginia Beach)" userId="d08658ba-7f2c-4f82-b12e-30c210e6c7f4" providerId="ADAL" clId="{23C60D7C-9F91-4633-BF4C-68A2380382C8}" dt="2026-01-06T00:16:59.115" v="697" actId="26606"/>
        <pc:sldMkLst>
          <pc:docMk/>
          <pc:sldMk cId="1609627818" sldId="259"/>
        </pc:sldMkLst>
        <pc:spChg chg="mod">
          <ac:chgData name="VB-Zimmerman-Gibson, Joshua (Virginia Beach)" userId="d08658ba-7f2c-4f82-b12e-30c210e6c7f4" providerId="ADAL" clId="{23C60D7C-9F91-4633-BF4C-68A2380382C8}" dt="2026-01-06T00:16:59.115" v="697" actId="26606"/>
          <ac:spMkLst>
            <pc:docMk/>
            <pc:sldMk cId="1609627818" sldId="259"/>
            <ac:spMk id="2" creationId="{C70E6372-12DD-437C-6EBB-CDC37DBD6C40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00:16:59.115" v="697" actId="26606"/>
          <ac:spMkLst>
            <pc:docMk/>
            <pc:sldMk cId="1609627818" sldId="259"/>
            <ac:spMk id="3" creationId="{227E2C08-08F2-08DA-0D2B-9A1C2AD1E4C6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6:59.115" v="697" actId="26606"/>
          <ac:spMkLst>
            <pc:docMk/>
            <pc:sldMk cId="1609627818" sldId="259"/>
            <ac:spMk id="9" creationId="{600DC1B0-7E1A-BD02-3F93-19E6B1B75075}"/>
          </ac:spMkLst>
        </pc:spChg>
        <pc:graphicFrameChg chg="add">
          <ac:chgData name="VB-Zimmerman-Gibson, Joshua (Virginia Beach)" userId="d08658ba-7f2c-4f82-b12e-30c210e6c7f4" providerId="ADAL" clId="{23C60D7C-9F91-4633-BF4C-68A2380382C8}" dt="2026-01-06T00:16:59.115" v="697" actId="26606"/>
          <ac:graphicFrameMkLst>
            <pc:docMk/>
            <pc:sldMk cId="1609627818" sldId="259"/>
            <ac:graphicFrameMk id="5" creationId="{3E65CF2F-E01E-07ED-4E27-1C486E73DC10}"/>
          </ac:graphicFrameMkLst>
        </pc:graphicFrameChg>
      </pc:sldChg>
      <pc:sldChg chg="addSp delSp modSp new mod setBg">
        <pc:chgData name="VB-Zimmerman-Gibson, Joshua (Virginia Beach)" userId="d08658ba-7f2c-4f82-b12e-30c210e6c7f4" providerId="ADAL" clId="{23C60D7C-9F91-4633-BF4C-68A2380382C8}" dt="2026-01-06T00:18:28.259" v="707" actId="26606"/>
        <pc:sldMkLst>
          <pc:docMk/>
          <pc:sldMk cId="598329564" sldId="260"/>
        </pc:sldMkLst>
        <pc:spChg chg="mod">
          <ac:chgData name="VB-Zimmerman-Gibson, Joshua (Virginia Beach)" userId="d08658ba-7f2c-4f82-b12e-30c210e6c7f4" providerId="ADAL" clId="{23C60D7C-9F91-4633-BF4C-68A2380382C8}" dt="2026-01-06T00:18:28.259" v="707" actId="26606"/>
          <ac:spMkLst>
            <pc:docMk/>
            <pc:sldMk cId="598329564" sldId="260"/>
            <ac:spMk id="2" creationId="{751EB7BA-2581-430D-6991-914B4CC7BB6A}"/>
          </ac:spMkLst>
        </pc:spChg>
        <pc:spChg chg="del mod">
          <ac:chgData name="VB-Zimmerman-Gibson, Joshua (Virginia Beach)" userId="d08658ba-7f2c-4f82-b12e-30c210e6c7f4" providerId="ADAL" clId="{23C60D7C-9F91-4633-BF4C-68A2380382C8}" dt="2026-01-06T00:18:28.259" v="707" actId="26606"/>
          <ac:spMkLst>
            <pc:docMk/>
            <pc:sldMk cId="598329564" sldId="260"/>
            <ac:spMk id="3" creationId="{E32388FE-EBE1-C2D3-A690-498C379F5A14}"/>
          </ac:spMkLst>
        </pc:spChg>
        <pc:spChg chg="add">
          <ac:chgData name="VB-Zimmerman-Gibson, Joshua (Virginia Beach)" userId="d08658ba-7f2c-4f82-b12e-30c210e6c7f4" providerId="ADAL" clId="{23C60D7C-9F91-4633-BF4C-68A2380382C8}" dt="2026-01-06T00:18:28.259" v="707" actId="26606"/>
          <ac:spMkLst>
            <pc:docMk/>
            <pc:sldMk cId="598329564" sldId="260"/>
            <ac:spMk id="9" creationId="{353CF00F-82D0-0DBA-75D5-1D01B4526C68}"/>
          </ac:spMkLst>
        </pc:spChg>
        <pc:graphicFrameChg chg="add">
          <ac:chgData name="VB-Zimmerman-Gibson, Joshua (Virginia Beach)" userId="d08658ba-7f2c-4f82-b12e-30c210e6c7f4" providerId="ADAL" clId="{23C60D7C-9F91-4633-BF4C-68A2380382C8}" dt="2026-01-06T00:18:28.259" v="707" actId="26606"/>
          <ac:graphicFrameMkLst>
            <pc:docMk/>
            <pc:sldMk cId="598329564" sldId="260"/>
            <ac:graphicFrameMk id="5" creationId="{876C187C-3A62-8326-E6E7-13B53E651D2F}"/>
          </ac:graphicFrameMkLst>
        </pc:graphicFrameChg>
      </pc:sldChg>
      <pc:sldChg chg="modSp new mod">
        <pc:chgData name="VB-Zimmerman-Gibson, Joshua (Virginia Beach)" userId="d08658ba-7f2c-4f82-b12e-30c210e6c7f4" providerId="ADAL" clId="{23C60D7C-9F91-4633-BF4C-68A2380382C8}" dt="2026-01-06T00:19:49.398" v="726"/>
        <pc:sldMkLst>
          <pc:docMk/>
          <pc:sldMk cId="3236922581" sldId="261"/>
        </pc:sldMkLst>
        <pc:spChg chg="mod">
          <ac:chgData name="VB-Zimmerman-Gibson, Joshua (Virginia Beach)" userId="d08658ba-7f2c-4f82-b12e-30c210e6c7f4" providerId="ADAL" clId="{23C60D7C-9F91-4633-BF4C-68A2380382C8}" dt="2026-01-06T00:19:02.412" v="719" actId="20577"/>
          <ac:spMkLst>
            <pc:docMk/>
            <pc:sldMk cId="3236922581" sldId="261"/>
            <ac:spMk id="2" creationId="{BCDFABF8-D3C4-7C79-F99B-5925987176B9}"/>
          </ac:spMkLst>
        </pc:spChg>
        <pc:spChg chg="mod">
          <ac:chgData name="VB-Zimmerman-Gibson, Joshua (Virginia Beach)" userId="d08658ba-7f2c-4f82-b12e-30c210e6c7f4" providerId="ADAL" clId="{23C60D7C-9F91-4633-BF4C-68A2380382C8}" dt="2026-01-06T00:19:49.398" v="726"/>
          <ac:spMkLst>
            <pc:docMk/>
            <pc:sldMk cId="3236922581" sldId="261"/>
            <ac:spMk id="3" creationId="{E0C38A53-3755-A8D1-9154-94D3A2D610F6}"/>
          </ac:spMkLst>
        </pc:spChg>
      </pc:sldChg>
      <pc:sldMasterChg chg="del delSldLayout">
        <pc:chgData name="VB-Zimmerman-Gibson, Joshua (Virginia Beach)" userId="d08658ba-7f2c-4f82-b12e-30c210e6c7f4" providerId="ADAL" clId="{23C60D7C-9F91-4633-BF4C-68A2380382C8}" dt="2026-01-06T00:10:32.614" v="0" actId="26606"/>
        <pc:sldMasterMkLst>
          <pc:docMk/>
          <pc:sldMasterMk cId="2763484701" sldId="2147483648"/>
        </pc:sldMasterMkLst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486095749" sldId="2147483649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289972816" sldId="2147483650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499093572" sldId="2147483651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379469509" sldId="2147483652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3080965244" sldId="2147483653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803064337" sldId="2147483654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2186671946" sldId="2147483655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739237390" sldId="2147483656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1190431138" sldId="2147483657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3674753274" sldId="2147483658"/>
          </pc:sldLayoutMkLst>
        </pc:sldLayoutChg>
        <pc:sldLayoutChg chg="del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763484701" sldId="2147483648"/>
            <pc:sldLayoutMk cId="2331127757" sldId="2147483659"/>
          </pc:sldLayoutMkLst>
        </pc:sldLayoutChg>
      </pc:sldMasterChg>
      <pc:sldMasterChg chg="add addSldLayout">
        <pc:chgData name="VB-Zimmerman-Gibson, Joshua (Virginia Beach)" userId="d08658ba-7f2c-4f82-b12e-30c210e6c7f4" providerId="ADAL" clId="{23C60D7C-9F91-4633-BF4C-68A2380382C8}" dt="2026-01-06T00:10:32.614" v="0" actId="26606"/>
        <pc:sldMasterMkLst>
          <pc:docMk/>
          <pc:sldMasterMk cId="2312021615" sldId="2147483686"/>
        </pc:sldMasterMkLst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3085313330" sldId="2147483675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3622218988" sldId="2147483676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2709862505" sldId="2147483677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837576554" sldId="2147483678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1239481554" sldId="2147483679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944639689" sldId="2147483680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3917884860" sldId="2147483681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3203604213" sldId="2147483682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397497615" sldId="2147483683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4227792058" sldId="2147483684"/>
          </pc:sldLayoutMkLst>
        </pc:sldLayoutChg>
        <pc:sldLayoutChg chg="add">
          <pc:chgData name="VB-Zimmerman-Gibson, Joshua (Virginia Beach)" userId="d08658ba-7f2c-4f82-b12e-30c210e6c7f4" providerId="ADAL" clId="{23C60D7C-9F91-4633-BF4C-68A2380382C8}" dt="2026-01-06T00:10:32.614" v="0" actId="26606"/>
          <pc:sldLayoutMkLst>
            <pc:docMk/>
            <pc:sldMasterMk cId="2312021615" sldId="2147483686"/>
            <pc:sldLayoutMk cId="1385423193" sldId="214748368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4D0E2-D4CC-4E60-9889-7DC8250D73B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3B0CE6A-4277-4F4C-B3E1-46ED7A2D75A9}">
      <dgm:prSet/>
      <dgm:spPr/>
      <dgm:t>
        <a:bodyPr/>
        <a:lstStyle/>
        <a:p>
          <a:pPr>
            <a:defRPr cap="all"/>
          </a:pPr>
          <a:r>
            <a:rPr lang="en-US"/>
            <a:t>I was having issues with keeping my sugar and A1C down and needed some more targeted help. </a:t>
          </a:r>
        </a:p>
      </dgm:t>
    </dgm:pt>
    <dgm:pt modelId="{9B8F89F3-9B32-4837-BB3B-27F0D8762297}" type="parTrans" cxnId="{92C149F5-919E-478C-B90B-C146AF27F5C3}">
      <dgm:prSet/>
      <dgm:spPr/>
      <dgm:t>
        <a:bodyPr/>
        <a:lstStyle/>
        <a:p>
          <a:endParaRPr lang="en-US"/>
        </a:p>
      </dgm:t>
    </dgm:pt>
    <dgm:pt modelId="{FF9E41D3-0788-47FC-8B58-1668A1AC4BDA}" type="sibTrans" cxnId="{92C149F5-919E-478C-B90B-C146AF27F5C3}">
      <dgm:prSet/>
      <dgm:spPr/>
      <dgm:t>
        <a:bodyPr/>
        <a:lstStyle/>
        <a:p>
          <a:endParaRPr lang="en-US"/>
        </a:p>
      </dgm:t>
    </dgm:pt>
    <dgm:pt modelId="{91FBF80C-D1DA-4239-8D70-A7BF62560C19}">
      <dgm:prSet/>
      <dgm:spPr/>
      <dgm:t>
        <a:bodyPr/>
        <a:lstStyle/>
        <a:p>
          <a:pPr>
            <a:defRPr cap="all"/>
          </a:pPr>
          <a:r>
            <a:rPr lang="en-US"/>
            <a:t>It has the coaching and integrated health tracking and using the CGM’s and the wearables it helped to track all I was doing and not doing. </a:t>
          </a:r>
        </a:p>
      </dgm:t>
    </dgm:pt>
    <dgm:pt modelId="{B66F845B-B442-4454-9196-242CDF9C6A4B}" type="parTrans" cxnId="{97094BA4-8617-43B0-8E57-EE454D01A190}">
      <dgm:prSet/>
      <dgm:spPr/>
      <dgm:t>
        <a:bodyPr/>
        <a:lstStyle/>
        <a:p>
          <a:endParaRPr lang="en-US"/>
        </a:p>
      </dgm:t>
    </dgm:pt>
    <dgm:pt modelId="{FC709E75-951C-4A10-BF06-CAF07AACA3D2}" type="sibTrans" cxnId="{97094BA4-8617-43B0-8E57-EE454D01A190}">
      <dgm:prSet/>
      <dgm:spPr/>
      <dgm:t>
        <a:bodyPr/>
        <a:lstStyle/>
        <a:p>
          <a:endParaRPr lang="en-US"/>
        </a:p>
      </dgm:t>
    </dgm:pt>
    <dgm:pt modelId="{1A34473E-5D82-45E1-9661-30FA3B7DBCA0}">
      <dgm:prSet/>
      <dgm:spPr/>
      <dgm:t>
        <a:bodyPr/>
        <a:lstStyle/>
        <a:p>
          <a:pPr>
            <a:defRPr cap="all"/>
          </a:pPr>
          <a:r>
            <a:rPr lang="en-US"/>
            <a:t>The logs and the food insight really helped me to know what was good for me and what foods my body did not respond well to. </a:t>
          </a:r>
        </a:p>
      </dgm:t>
    </dgm:pt>
    <dgm:pt modelId="{59184441-A7BB-41B2-ACF0-1D3D3E43D87E}" type="parTrans" cxnId="{94274793-7531-4B03-865B-87A30F2CB838}">
      <dgm:prSet/>
      <dgm:spPr/>
      <dgm:t>
        <a:bodyPr/>
        <a:lstStyle/>
        <a:p>
          <a:endParaRPr lang="en-US"/>
        </a:p>
      </dgm:t>
    </dgm:pt>
    <dgm:pt modelId="{979293C4-8DDD-4B04-AF25-005DAEB7FC5F}" type="sibTrans" cxnId="{94274793-7531-4B03-865B-87A30F2CB838}">
      <dgm:prSet/>
      <dgm:spPr/>
      <dgm:t>
        <a:bodyPr/>
        <a:lstStyle/>
        <a:p>
          <a:endParaRPr lang="en-US"/>
        </a:p>
      </dgm:t>
    </dgm:pt>
    <dgm:pt modelId="{65A1FDE6-FF5D-47CD-86E5-51F9F2A99B8C}" type="pres">
      <dgm:prSet presAssocID="{6914D0E2-D4CC-4E60-9889-7DC8250D73B0}" presName="root" presStyleCnt="0">
        <dgm:presLayoutVars>
          <dgm:dir/>
          <dgm:resizeHandles val="exact"/>
        </dgm:presLayoutVars>
      </dgm:prSet>
      <dgm:spPr/>
    </dgm:pt>
    <dgm:pt modelId="{35AC4546-B08E-48BE-80ED-2F3D423665D7}" type="pres">
      <dgm:prSet presAssocID="{43B0CE6A-4277-4F4C-B3E1-46ED7A2D75A9}" presName="compNode" presStyleCnt="0"/>
      <dgm:spPr/>
    </dgm:pt>
    <dgm:pt modelId="{49157CD0-0F1F-4639-BCB9-2CF1C1A4C5FE}" type="pres">
      <dgm:prSet presAssocID="{43B0CE6A-4277-4F4C-B3E1-46ED7A2D75A9}" presName="iconBgRect" presStyleLbl="bgShp" presStyleIdx="0" presStyleCnt="3"/>
      <dgm:spPr/>
    </dgm:pt>
    <dgm:pt modelId="{4F508F3D-7AA6-45BE-87CA-EC37EAE05726}" type="pres">
      <dgm:prSet presAssocID="{43B0CE6A-4277-4F4C-B3E1-46ED7A2D75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5BC28225-D99D-4BE4-8A47-05F67D8DB4F5}" type="pres">
      <dgm:prSet presAssocID="{43B0CE6A-4277-4F4C-B3E1-46ED7A2D75A9}" presName="spaceRect" presStyleCnt="0"/>
      <dgm:spPr/>
    </dgm:pt>
    <dgm:pt modelId="{CD45C6C8-1E4C-4A17-B0D6-09DB5F6AEA88}" type="pres">
      <dgm:prSet presAssocID="{43B0CE6A-4277-4F4C-B3E1-46ED7A2D75A9}" presName="textRect" presStyleLbl="revTx" presStyleIdx="0" presStyleCnt="3">
        <dgm:presLayoutVars>
          <dgm:chMax val="1"/>
          <dgm:chPref val="1"/>
        </dgm:presLayoutVars>
      </dgm:prSet>
      <dgm:spPr/>
    </dgm:pt>
    <dgm:pt modelId="{130E9AB0-B667-43DB-BA6E-9825617362B1}" type="pres">
      <dgm:prSet presAssocID="{FF9E41D3-0788-47FC-8B58-1668A1AC4BDA}" presName="sibTrans" presStyleCnt="0"/>
      <dgm:spPr/>
    </dgm:pt>
    <dgm:pt modelId="{4DDB2DAE-CBC3-48C2-8F27-550F56D9F9D7}" type="pres">
      <dgm:prSet presAssocID="{91FBF80C-D1DA-4239-8D70-A7BF62560C19}" presName="compNode" presStyleCnt="0"/>
      <dgm:spPr/>
    </dgm:pt>
    <dgm:pt modelId="{337F9120-79C8-4990-9136-3D2B41570449}" type="pres">
      <dgm:prSet presAssocID="{91FBF80C-D1DA-4239-8D70-A7BF62560C19}" presName="iconBgRect" presStyleLbl="bgShp" presStyleIdx="1" presStyleCnt="3"/>
      <dgm:spPr/>
    </dgm:pt>
    <dgm:pt modelId="{99503CCB-B1A9-4AF6-8A92-219C9DB38D69}" type="pres">
      <dgm:prSet presAssocID="{91FBF80C-D1DA-4239-8D70-A7BF62560C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5B56634D-647D-4377-9298-0D3E87A4CE81}" type="pres">
      <dgm:prSet presAssocID="{91FBF80C-D1DA-4239-8D70-A7BF62560C19}" presName="spaceRect" presStyleCnt="0"/>
      <dgm:spPr/>
    </dgm:pt>
    <dgm:pt modelId="{29158F0D-A25B-44F5-9DF9-2D1770E0DD2B}" type="pres">
      <dgm:prSet presAssocID="{91FBF80C-D1DA-4239-8D70-A7BF62560C19}" presName="textRect" presStyleLbl="revTx" presStyleIdx="1" presStyleCnt="3">
        <dgm:presLayoutVars>
          <dgm:chMax val="1"/>
          <dgm:chPref val="1"/>
        </dgm:presLayoutVars>
      </dgm:prSet>
      <dgm:spPr/>
    </dgm:pt>
    <dgm:pt modelId="{CB8E7E52-8561-4757-9726-1034C14D6226}" type="pres">
      <dgm:prSet presAssocID="{FC709E75-951C-4A10-BF06-CAF07AACA3D2}" presName="sibTrans" presStyleCnt="0"/>
      <dgm:spPr/>
    </dgm:pt>
    <dgm:pt modelId="{054ABDA6-C101-4DC3-A5F7-6A30AFE9B6FD}" type="pres">
      <dgm:prSet presAssocID="{1A34473E-5D82-45E1-9661-30FA3B7DBCA0}" presName="compNode" presStyleCnt="0"/>
      <dgm:spPr/>
    </dgm:pt>
    <dgm:pt modelId="{A60E0564-B655-4BD0-A60C-0A7687BC60B0}" type="pres">
      <dgm:prSet presAssocID="{1A34473E-5D82-45E1-9661-30FA3B7DBCA0}" presName="iconBgRect" presStyleLbl="bgShp" presStyleIdx="2" presStyleCnt="3"/>
      <dgm:spPr/>
    </dgm:pt>
    <dgm:pt modelId="{47227AEB-74EA-41C9-8043-90AAF32DE14C}" type="pres">
      <dgm:prSet presAssocID="{1A34473E-5D82-45E1-9661-30FA3B7DBCA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ocado"/>
        </a:ext>
      </dgm:extLst>
    </dgm:pt>
    <dgm:pt modelId="{EAB30010-A949-4E6A-9722-040DCDB245D7}" type="pres">
      <dgm:prSet presAssocID="{1A34473E-5D82-45E1-9661-30FA3B7DBCA0}" presName="spaceRect" presStyleCnt="0"/>
      <dgm:spPr/>
    </dgm:pt>
    <dgm:pt modelId="{060D8219-C8B7-4C6A-9FF4-DB1948F8A226}" type="pres">
      <dgm:prSet presAssocID="{1A34473E-5D82-45E1-9661-30FA3B7DBCA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53CC22-2706-42AC-A547-DEEF94B5C962}" type="presOf" srcId="{1A34473E-5D82-45E1-9661-30FA3B7DBCA0}" destId="{060D8219-C8B7-4C6A-9FF4-DB1948F8A226}" srcOrd="0" destOrd="0" presId="urn:microsoft.com/office/officeart/2018/5/layout/IconCircleLabelList"/>
    <dgm:cxn modelId="{91F65D38-FE66-4CF1-A464-39BE0824D7A5}" type="presOf" srcId="{6914D0E2-D4CC-4E60-9889-7DC8250D73B0}" destId="{65A1FDE6-FF5D-47CD-86E5-51F9F2A99B8C}" srcOrd="0" destOrd="0" presId="urn:microsoft.com/office/officeart/2018/5/layout/IconCircleLabelList"/>
    <dgm:cxn modelId="{C4804E39-9363-4EC4-AF42-1832853B7C1E}" type="presOf" srcId="{91FBF80C-D1DA-4239-8D70-A7BF62560C19}" destId="{29158F0D-A25B-44F5-9DF9-2D1770E0DD2B}" srcOrd="0" destOrd="0" presId="urn:microsoft.com/office/officeart/2018/5/layout/IconCircleLabelList"/>
    <dgm:cxn modelId="{7286BE83-730A-46F7-8A51-96D7D3CE87E5}" type="presOf" srcId="{43B0CE6A-4277-4F4C-B3E1-46ED7A2D75A9}" destId="{CD45C6C8-1E4C-4A17-B0D6-09DB5F6AEA88}" srcOrd="0" destOrd="0" presId="urn:microsoft.com/office/officeart/2018/5/layout/IconCircleLabelList"/>
    <dgm:cxn modelId="{94274793-7531-4B03-865B-87A30F2CB838}" srcId="{6914D0E2-D4CC-4E60-9889-7DC8250D73B0}" destId="{1A34473E-5D82-45E1-9661-30FA3B7DBCA0}" srcOrd="2" destOrd="0" parTransId="{59184441-A7BB-41B2-ACF0-1D3D3E43D87E}" sibTransId="{979293C4-8DDD-4B04-AF25-005DAEB7FC5F}"/>
    <dgm:cxn modelId="{97094BA4-8617-43B0-8E57-EE454D01A190}" srcId="{6914D0E2-D4CC-4E60-9889-7DC8250D73B0}" destId="{91FBF80C-D1DA-4239-8D70-A7BF62560C19}" srcOrd="1" destOrd="0" parTransId="{B66F845B-B442-4454-9196-242CDF9C6A4B}" sibTransId="{FC709E75-951C-4A10-BF06-CAF07AACA3D2}"/>
    <dgm:cxn modelId="{92C149F5-919E-478C-B90B-C146AF27F5C3}" srcId="{6914D0E2-D4CC-4E60-9889-7DC8250D73B0}" destId="{43B0CE6A-4277-4F4C-B3E1-46ED7A2D75A9}" srcOrd="0" destOrd="0" parTransId="{9B8F89F3-9B32-4837-BB3B-27F0D8762297}" sibTransId="{FF9E41D3-0788-47FC-8B58-1668A1AC4BDA}"/>
    <dgm:cxn modelId="{318C25D3-31D4-4302-A840-25E5FD6FE46C}" type="presParOf" srcId="{65A1FDE6-FF5D-47CD-86E5-51F9F2A99B8C}" destId="{35AC4546-B08E-48BE-80ED-2F3D423665D7}" srcOrd="0" destOrd="0" presId="urn:microsoft.com/office/officeart/2018/5/layout/IconCircleLabelList"/>
    <dgm:cxn modelId="{C9A72980-D163-4E5B-BD60-7F6DDB3F29AF}" type="presParOf" srcId="{35AC4546-B08E-48BE-80ED-2F3D423665D7}" destId="{49157CD0-0F1F-4639-BCB9-2CF1C1A4C5FE}" srcOrd="0" destOrd="0" presId="urn:microsoft.com/office/officeart/2018/5/layout/IconCircleLabelList"/>
    <dgm:cxn modelId="{AD0C97BE-5D73-4535-8244-1BD21EC607E6}" type="presParOf" srcId="{35AC4546-B08E-48BE-80ED-2F3D423665D7}" destId="{4F508F3D-7AA6-45BE-87CA-EC37EAE05726}" srcOrd="1" destOrd="0" presId="urn:microsoft.com/office/officeart/2018/5/layout/IconCircleLabelList"/>
    <dgm:cxn modelId="{98F432E5-89A9-41EB-84F9-950F7C8EAE81}" type="presParOf" srcId="{35AC4546-B08E-48BE-80ED-2F3D423665D7}" destId="{5BC28225-D99D-4BE4-8A47-05F67D8DB4F5}" srcOrd="2" destOrd="0" presId="urn:microsoft.com/office/officeart/2018/5/layout/IconCircleLabelList"/>
    <dgm:cxn modelId="{9B381880-3CD3-477D-9B18-F590213FCB73}" type="presParOf" srcId="{35AC4546-B08E-48BE-80ED-2F3D423665D7}" destId="{CD45C6C8-1E4C-4A17-B0D6-09DB5F6AEA88}" srcOrd="3" destOrd="0" presId="urn:microsoft.com/office/officeart/2018/5/layout/IconCircleLabelList"/>
    <dgm:cxn modelId="{266D4327-372D-478C-8C0F-5470068125D2}" type="presParOf" srcId="{65A1FDE6-FF5D-47CD-86E5-51F9F2A99B8C}" destId="{130E9AB0-B667-43DB-BA6E-9825617362B1}" srcOrd="1" destOrd="0" presId="urn:microsoft.com/office/officeart/2018/5/layout/IconCircleLabelList"/>
    <dgm:cxn modelId="{D643C128-6F99-4955-A885-9B4D39F895A0}" type="presParOf" srcId="{65A1FDE6-FF5D-47CD-86E5-51F9F2A99B8C}" destId="{4DDB2DAE-CBC3-48C2-8F27-550F56D9F9D7}" srcOrd="2" destOrd="0" presId="urn:microsoft.com/office/officeart/2018/5/layout/IconCircleLabelList"/>
    <dgm:cxn modelId="{86F2D5AA-EFD9-4901-9D3E-0BEA422636BB}" type="presParOf" srcId="{4DDB2DAE-CBC3-48C2-8F27-550F56D9F9D7}" destId="{337F9120-79C8-4990-9136-3D2B41570449}" srcOrd="0" destOrd="0" presId="urn:microsoft.com/office/officeart/2018/5/layout/IconCircleLabelList"/>
    <dgm:cxn modelId="{62769B7A-01F8-46D5-8428-CAE14F4159DF}" type="presParOf" srcId="{4DDB2DAE-CBC3-48C2-8F27-550F56D9F9D7}" destId="{99503CCB-B1A9-4AF6-8A92-219C9DB38D69}" srcOrd="1" destOrd="0" presId="urn:microsoft.com/office/officeart/2018/5/layout/IconCircleLabelList"/>
    <dgm:cxn modelId="{009D4EED-4349-4284-960C-2C8CFFA48F1A}" type="presParOf" srcId="{4DDB2DAE-CBC3-48C2-8F27-550F56D9F9D7}" destId="{5B56634D-647D-4377-9298-0D3E87A4CE81}" srcOrd="2" destOrd="0" presId="urn:microsoft.com/office/officeart/2018/5/layout/IconCircleLabelList"/>
    <dgm:cxn modelId="{EBCF868B-327D-463E-930D-29E53B4A5896}" type="presParOf" srcId="{4DDB2DAE-CBC3-48C2-8F27-550F56D9F9D7}" destId="{29158F0D-A25B-44F5-9DF9-2D1770E0DD2B}" srcOrd="3" destOrd="0" presId="urn:microsoft.com/office/officeart/2018/5/layout/IconCircleLabelList"/>
    <dgm:cxn modelId="{34E8C7E7-B5D8-425A-A1A2-4C3AE3FA2563}" type="presParOf" srcId="{65A1FDE6-FF5D-47CD-86E5-51F9F2A99B8C}" destId="{CB8E7E52-8561-4757-9726-1034C14D6226}" srcOrd="3" destOrd="0" presId="urn:microsoft.com/office/officeart/2018/5/layout/IconCircleLabelList"/>
    <dgm:cxn modelId="{B95987B1-146D-4468-B97A-395C5095B994}" type="presParOf" srcId="{65A1FDE6-FF5D-47CD-86E5-51F9F2A99B8C}" destId="{054ABDA6-C101-4DC3-A5F7-6A30AFE9B6FD}" srcOrd="4" destOrd="0" presId="urn:microsoft.com/office/officeart/2018/5/layout/IconCircleLabelList"/>
    <dgm:cxn modelId="{65823B55-6533-49C5-A70D-D2BFB11D191D}" type="presParOf" srcId="{054ABDA6-C101-4DC3-A5F7-6A30AFE9B6FD}" destId="{A60E0564-B655-4BD0-A60C-0A7687BC60B0}" srcOrd="0" destOrd="0" presId="urn:microsoft.com/office/officeart/2018/5/layout/IconCircleLabelList"/>
    <dgm:cxn modelId="{454F33EF-BF5F-4504-918A-75DEF6470A3F}" type="presParOf" srcId="{054ABDA6-C101-4DC3-A5F7-6A30AFE9B6FD}" destId="{47227AEB-74EA-41C9-8043-90AAF32DE14C}" srcOrd="1" destOrd="0" presId="urn:microsoft.com/office/officeart/2018/5/layout/IconCircleLabelList"/>
    <dgm:cxn modelId="{5E63796A-C29D-4E5F-8F7A-2F27AF77FAE6}" type="presParOf" srcId="{054ABDA6-C101-4DC3-A5F7-6A30AFE9B6FD}" destId="{EAB30010-A949-4E6A-9722-040DCDB245D7}" srcOrd="2" destOrd="0" presId="urn:microsoft.com/office/officeart/2018/5/layout/IconCircleLabelList"/>
    <dgm:cxn modelId="{80081666-3E22-445D-BDEA-3E3A1394E809}" type="presParOf" srcId="{054ABDA6-C101-4DC3-A5F7-6A30AFE9B6FD}" destId="{060D8219-C8B7-4C6A-9FF4-DB1948F8A22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F71959-9C55-4A48-A45F-BE2EE7C979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A09509-3F66-45D7-8059-C2E7323518C2}">
      <dgm:prSet/>
      <dgm:spPr/>
      <dgm:t>
        <a:bodyPr/>
        <a:lstStyle/>
        <a:p>
          <a:r>
            <a:rPr lang="en-US" b="1"/>
            <a:t>Likely Personas</a:t>
          </a:r>
          <a:endParaRPr lang="en-US"/>
        </a:p>
      </dgm:t>
    </dgm:pt>
    <dgm:pt modelId="{F1ED85D6-101E-453E-8A79-8A5521C7A230}" type="parTrans" cxnId="{BC6B3819-021C-4B73-85DC-FB9E4CC260E0}">
      <dgm:prSet/>
      <dgm:spPr/>
      <dgm:t>
        <a:bodyPr/>
        <a:lstStyle/>
        <a:p>
          <a:endParaRPr lang="en-US"/>
        </a:p>
      </dgm:t>
    </dgm:pt>
    <dgm:pt modelId="{DF807679-813B-4671-8043-B69E26C968FB}" type="sibTrans" cxnId="{BC6B3819-021C-4B73-85DC-FB9E4CC260E0}">
      <dgm:prSet/>
      <dgm:spPr/>
      <dgm:t>
        <a:bodyPr/>
        <a:lstStyle/>
        <a:p>
          <a:endParaRPr lang="en-US"/>
        </a:p>
      </dgm:t>
    </dgm:pt>
    <dgm:pt modelId="{C0B07108-AA17-48C0-A5EC-067D83FA4283}">
      <dgm:prSet/>
      <dgm:spPr/>
      <dgm:t>
        <a:bodyPr/>
        <a:lstStyle/>
        <a:p>
          <a:r>
            <a:rPr lang="en-US"/>
            <a:t>The Chronically Ill Adult</a:t>
          </a:r>
        </a:p>
      </dgm:t>
    </dgm:pt>
    <dgm:pt modelId="{32D1152E-05A8-401E-8954-BCB53EFA621F}" type="parTrans" cxnId="{1817CE29-FD53-46E6-8181-8CAE75C7AB22}">
      <dgm:prSet/>
      <dgm:spPr/>
      <dgm:t>
        <a:bodyPr/>
        <a:lstStyle/>
        <a:p>
          <a:endParaRPr lang="en-US"/>
        </a:p>
      </dgm:t>
    </dgm:pt>
    <dgm:pt modelId="{24C6F561-66E3-4045-B34F-B9842129D8F3}" type="sibTrans" cxnId="{1817CE29-FD53-46E6-8181-8CAE75C7AB22}">
      <dgm:prSet/>
      <dgm:spPr/>
      <dgm:t>
        <a:bodyPr/>
        <a:lstStyle/>
        <a:p>
          <a:endParaRPr lang="en-US"/>
        </a:p>
      </dgm:t>
    </dgm:pt>
    <dgm:pt modelId="{1456A510-DAAF-414F-9518-34AA951CAE19}">
      <dgm:prSet/>
      <dgm:spPr/>
      <dgm:t>
        <a:bodyPr/>
        <a:lstStyle/>
        <a:p>
          <a:r>
            <a:rPr lang="en-US"/>
            <a:t>Age 35–70</a:t>
          </a:r>
        </a:p>
      </dgm:t>
    </dgm:pt>
    <dgm:pt modelId="{89A206EA-CFE5-4D70-BF97-8724740BCE28}" type="parTrans" cxnId="{DF1E57A6-A94E-4C93-8B55-A8F7109A092F}">
      <dgm:prSet/>
      <dgm:spPr/>
      <dgm:t>
        <a:bodyPr/>
        <a:lstStyle/>
        <a:p>
          <a:endParaRPr lang="en-US"/>
        </a:p>
      </dgm:t>
    </dgm:pt>
    <dgm:pt modelId="{21DD9836-ED4E-4857-A682-6719D196706D}" type="sibTrans" cxnId="{DF1E57A6-A94E-4C93-8B55-A8F7109A092F}">
      <dgm:prSet/>
      <dgm:spPr/>
      <dgm:t>
        <a:bodyPr/>
        <a:lstStyle/>
        <a:p>
          <a:endParaRPr lang="en-US"/>
        </a:p>
      </dgm:t>
    </dgm:pt>
    <dgm:pt modelId="{B331DC8D-8BA8-44C1-B159-93B112DF3B6B}">
      <dgm:prSet/>
      <dgm:spPr/>
      <dgm:t>
        <a:bodyPr/>
        <a:lstStyle/>
        <a:p>
          <a:r>
            <a:rPr lang="en-US"/>
            <a:t>Managing Type 2 diabetes or obesity</a:t>
          </a:r>
        </a:p>
      </dgm:t>
    </dgm:pt>
    <dgm:pt modelId="{293B16B1-CC20-41ED-9D23-AAAEAFD28A47}" type="parTrans" cxnId="{38556A17-A552-4C96-B8E0-11F364420F24}">
      <dgm:prSet/>
      <dgm:spPr/>
      <dgm:t>
        <a:bodyPr/>
        <a:lstStyle/>
        <a:p>
          <a:endParaRPr lang="en-US"/>
        </a:p>
      </dgm:t>
    </dgm:pt>
    <dgm:pt modelId="{E44CB42A-BF60-4288-99AF-E5059DA86BBA}" type="sibTrans" cxnId="{38556A17-A552-4C96-B8E0-11F364420F24}">
      <dgm:prSet/>
      <dgm:spPr/>
      <dgm:t>
        <a:bodyPr/>
        <a:lstStyle/>
        <a:p>
          <a:endParaRPr lang="en-US"/>
        </a:p>
      </dgm:t>
    </dgm:pt>
    <dgm:pt modelId="{6880A936-9C80-488C-B462-336047D6E830}">
      <dgm:prSet/>
      <dgm:spPr/>
      <dgm:t>
        <a:bodyPr/>
        <a:lstStyle/>
        <a:p>
          <a:r>
            <a:rPr lang="en-US"/>
            <a:t>Motivated by health improvement and physician oversight</a:t>
          </a:r>
        </a:p>
      </dgm:t>
    </dgm:pt>
    <dgm:pt modelId="{55F3EBC3-18A1-4263-9BB9-6B2C47390C32}" type="parTrans" cxnId="{BE133B7B-6C36-44E3-B895-0B433D90534B}">
      <dgm:prSet/>
      <dgm:spPr/>
      <dgm:t>
        <a:bodyPr/>
        <a:lstStyle/>
        <a:p>
          <a:endParaRPr lang="en-US"/>
        </a:p>
      </dgm:t>
    </dgm:pt>
    <dgm:pt modelId="{00D4CC50-D657-409B-AA3B-83B573E39E3A}" type="sibTrans" cxnId="{BE133B7B-6C36-44E3-B895-0B433D90534B}">
      <dgm:prSet/>
      <dgm:spPr/>
      <dgm:t>
        <a:bodyPr/>
        <a:lstStyle/>
        <a:p>
          <a:endParaRPr lang="en-US"/>
        </a:p>
      </dgm:t>
    </dgm:pt>
    <dgm:pt modelId="{3A36F906-8FA1-408D-9AB3-4EE71140C3A7}">
      <dgm:prSet/>
      <dgm:spPr/>
      <dgm:t>
        <a:bodyPr/>
        <a:lstStyle/>
        <a:p>
          <a:r>
            <a:rPr lang="en-US"/>
            <a:t>The Data‑Driven Health Optimizer</a:t>
          </a:r>
        </a:p>
      </dgm:t>
    </dgm:pt>
    <dgm:pt modelId="{1BC9A544-2B28-4D21-80EC-81DCF6EFED78}" type="parTrans" cxnId="{D7C29061-7493-46D7-8743-AE1768736BC8}">
      <dgm:prSet/>
      <dgm:spPr/>
      <dgm:t>
        <a:bodyPr/>
        <a:lstStyle/>
        <a:p>
          <a:endParaRPr lang="en-US"/>
        </a:p>
      </dgm:t>
    </dgm:pt>
    <dgm:pt modelId="{DFA77BF2-EAF9-4E6A-B0A9-A6029CB68A59}" type="sibTrans" cxnId="{D7C29061-7493-46D7-8743-AE1768736BC8}">
      <dgm:prSet/>
      <dgm:spPr/>
      <dgm:t>
        <a:bodyPr/>
        <a:lstStyle/>
        <a:p>
          <a:endParaRPr lang="en-US"/>
        </a:p>
      </dgm:t>
    </dgm:pt>
    <dgm:pt modelId="{A9CD1502-72B4-4266-AEA0-771EA408DA82}">
      <dgm:prSet/>
      <dgm:spPr/>
      <dgm:t>
        <a:bodyPr/>
        <a:lstStyle/>
        <a:p>
          <a:r>
            <a:rPr lang="en-US"/>
            <a:t>Comfortable with wearables and health metrics</a:t>
          </a:r>
        </a:p>
      </dgm:t>
    </dgm:pt>
    <dgm:pt modelId="{3BF8C534-DBCD-4FCE-A6A2-468CF8FBA7EF}" type="parTrans" cxnId="{9855BDE7-2F4E-48A9-9431-C8CCBF0745B2}">
      <dgm:prSet/>
      <dgm:spPr/>
      <dgm:t>
        <a:bodyPr/>
        <a:lstStyle/>
        <a:p>
          <a:endParaRPr lang="en-US"/>
        </a:p>
      </dgm:t>
    </dgm:pt>
    <dgm:pt modelId="{71887610-6726-4A8B-B6FE-630B414745C7}" type="sibTrans" cxnId="{9855BDE7-2F4E-48A9-9431-C8CCBF0745B2}">
      <dgm:prSet/>
      <dgm:spPr/>
      <dgm:t>
        <a:bodyPr/>
        <a:lstStyle/>
        <a:p>
          <a:endParaRPr lang="en-US"/>
        </a:p>
      </dgm:t>
    </dgm:pt>
    <dgm:pt modelId="{71B9FA90-BBD5-4F6E-9A64-B8E445830B36}">
      <dgm:prSet/>
      <dgm:spPr/>
      <dgm:t>
        <a:bodyPr/>
        <a:lstStyle/>
        <a:p>
          <a:r>
            <a:rPr lang="en-US"/>
            <a:t>Wants detailed insights and progress tracking</a:t>
          </a:r>
        </a:p>
      </dgm:t>
    </dgm:pt>
    <dgm:pt modelId="{B2211F65-B875-49BA-83AB-7AD27FB4F9FA}" type="parTrans" cxnId="{86E7A748-B56F-46B2-9DA8-1BC82E49DCEA}">
      <dgm:prSet/>
      <dgm:spPr/>
      <dgm:t>
        <a:bodyPr/>
        <a:lstStyle/>
        <a:p>
          <a:endParaRPr lang="en-US"/>
        </a:p>
      </dgm:t>
    </dgm:pt>
    <dgm:pt modelId="{42545E89-E4D5-47F8-A204-A1203160016D}" type="sibTrans" cxnId="{86E7A748-B56F-46B2-9DA8-1BC82E49DCEA}">
      <dgm:prSet/>
      <dgm:spPr/>
      <dgm:t>
        <a:bodyPr/>
        <a:lstStyle/>
        <a:p>
          <a:endParaRPr lang="en-US"/>
        </a:p>
      </dgm:t>
    </dgm:pt>
    <dgm:pt modelId="{D2CE3715-6BC3-4274-AF70-281C83959B38}">
      <dgm:prSet/>
      <dgm:spPr/>
      <dgm:t>
        <a:bodyPr/>
        <a:lstStyle/>
        <a:p>
          <a:r>
            <a:rPr lang="en-US"/>
            <a:t>The Coaching‑Oriented User</a:t>
          </a:r>
        </a:p>
      </dgm:t>
    </dgm:pt>
    <dgm:pt modelId="{A1ADD675-2516-4179-AB6C-A5BB59041CD6}" type="parTrans" cxnId="{5124BD0A-9FCE-4C56-A57A-B5C849963239}">
      <dgm:prSet/>
      <dgm:spPr/>
      <dgm:t>
        <a:bodyPr/>
        <a:lstStyle/>
        <a:p>
          <a:endParaRPr lang="en-US"/>
        </a:p>
      </dgm:t>
    </dgm:pt>
    <dgm:pt modelId="{51172A79-2EDB-45BD-89BB-796FB0587397}" type="sibTrans" cxnId="{5124BD0A-9FCE-4C56-A57A-B5C849963239}">
      <dgm:prSet/>
      <dgm:spPr/>
      <dgm:t>
        <a:bodyPr/>
        <a:lstStyle/>
        <a:p>
          <a:endParaRPr lang="en-US"/>
        </a:p>
      </dgm:t>
    </dgm:pt>
    <dgm:pt modelId="{DDBE06EC-6635-4B5D-9045-63099CC2E88A}">
      <dgm:prSet/>
      <dgm:spPr/>
      <dgm:t>
        <a:bodyPr/>
        <a:lstStyle/>
        <a:p>
          <a:r>
            <a:rPr lang="en-US"/>
            <a:t>Prefers human support and accountability</a:t>
          </a:r>
        </a:p>
      </dgm:t>
    </dgm:pt>
    <dgm:pt modelId="{A7F3FA75-8019-4FB5-8A11-3CEB7E5A5B15}" type="parTrans" cxnId="{567CD7E8-9A36-41E2-B6AB-020ACE15485F}">
      <dgm:prSet/>
      <dgm:spPr/>
      <dgm:t>
        <a:bodyPr/>
        <a:lstStyle/>
        <a:p>
          <a:endParaRPr lang="en-US"/>
        </a:p>
      </dgm:t>
    </dgm:pt>
    <dgm:pt modelId="{84D566A8-104E-45BE-9AE2-BC1B4FA5F6AE}" type="sibTrans" cxnId="{567CD7E8-9A36-41E2-B6AB-020ACE15485F}">
      <dgm:prSet/>
      <dgm:spPr/>
      <dgm:t>
        <a:bodyPr/>
        <a:lstStyle/>
        <a:p>
          <a:endParaRPr lang="en-US"/>
        </a:p>
      </dgm:t>
    </dgm:pt>
    <dgm:pt modelId="{28F3F14C-7624-4AA4-8B62-4D8D3D850F12}">
      <dgm:prSet/>
      <dgm:spPr/>
      <dgm:t>
        <a:bodyPr/>
        <a:lstStyle/>
        <a:p>
          <a:r>
            <a:rPr lang="en-US"/>
            <a:t>Responds well to reminders and structured plans</a:t>
          </a:r>
        </a:p>
      </dgm:t>
    </dgm:pt>
    <dgm:pt modelId="{D06342F9-3938-472B-9B4E-70806678739B}" type="parTrans" cxnId="{821E733F-9C9D-4362-9A9C-89813B7507C1}">
      <dgm:prSet/>
      <dgm:spPr/>
      <dgm:t>
        <a:bodyPr/>
        <a:lstStyle/>
        <a:p>
          <a:endParaRPr lang="en-US"/>
        </a:p>
      </dgm:t>
    </dgm:pt>
    <dgm:pt modelId="{63237569-8771-4531-BC18-6FACD076FB33}" type="sibTrans" cxnId="{821E733F-9C9D-4362-9A9C-89813B7507C1}">
      <dgm:prSet/>
      <dgm:spPr/>
      <dgm:t>
        <a:bodyPr/>
        <a:lstStyle/>
        <a:p>
          <a:endParaRPr lang="en-US"/>
        </a:p>
      </dgm:t>
    </dgm:pt>
    <dgm:pt modelId="{5BCC36B5-65F6-43EB-BA2A-C83F64BF5ED6}">
      <dgm:prSet/>
      <dgm:spPr/>
      <dgm:t>
        <a:bodyPr/>
        <a:lstStyle/>
        <a:p>
          <a:r>
            <a:rPr lang="en-US"/>
            <a:t>The Low‑Tech or Hesitant User</a:t>
          </a:r>
        </a:p>
      </dgm:t>
    </dgm:pt>
    <dgm:pt modelId="{CC2371F0-F7A5-4036-BA11-374081A47946}" type="parTrans" cxnId="{490AF984-536A-4C23-8700-ADBB6B121FD2}">
      <dgm:prSet/>
      <dgm:spPr/>
      <dgm:t>
        <a:bodyPr/>
        <a:lstStyle/>
        <a:p>
          <a:endParaRPr lang="en-US"/>
        </a:p>
      </dgm:t>
    </dgm:pt>
    <dgm:pt modelId="{B8ED67BD-EDF6-4F8B-B934-E6C2EB7CFF5C}" type="sibTrans" cxnId="{490AF984-536A-4C23-8700-ADBB6B121FD2}">
      <dgm:prSet/>
      <dgm:spPr/>
      <dgm:t>
        <a:bodyPr/>
        <a:lstStyle/>
        <a:p>
          <a:endParaRPr lang="en-US"/>
        </a:p>
      </dgm:t>
    </dgm:pt>
    <dgm:pt modelId="{6F180B3B-10B5-45BB-81FE-C5D7F810A863}">
      <dgm:prSet/>
      <dgm:spPr/>
      <dgm:t>
        <a:bodyPr/>
        <a:lstStyle/>
        <a:p>
          <a:r>
            <a:rPr lang="en-US"/>
            <a:t>Needs simple interfaces and clear instructions</a:t>
          </a:r>
        </a:p>
      </dgm:t>
    </dgm:pt>
    <dgm:pt modelId="{C9D44288-F1AD-40AF-BDC2-BB8591A108C0}" type="parTrans" cxnId="{EE96E38B-C6ED-4554-A9C1-45FD8642E8D8}">
      <dgm:prSet/>
      <dgm:spPr/>
      <dgm:t>
        <a:bodyPr/>
        <a:lstStyle/>
        <a:p>
          <a:endParaRPr lang="en-US"/>
        </a:p>
      </dgm:t>
    </dgm:pt>
    <dgm:pt modelId="{1A9FC01D-5CB5-4C4C-A26F-116AF45A0089}" type="sibTrans" cxnId="{EE96E38B-C6ED-4554-A9C1-45FD8642E8D8}">
      <dgm:prSet/>
      <dgm:spPr/>
      <dgm:t>
        <a:bodyPr/>
        <a:lstStyle/>
        <a:p>
          <a:endParaRPr lang="en-US"/>
        </a:p>
      </dgm:t>
    </dgm:pt>
    <dgm:pt modelId="{B4FE13E0-D2F0-424F-B98A-041E10FCF895}">
      <dgm:prSet/>
      <dgm:spPr/>
      <dgm:t>
        <a:bodyPr/>
        <a:lstStyle/>
        <a:p>
          <a:r>
            <a:rPr lang="en-US"/>
            <a:t>May struggle with complex app navigation</a:t>
          </a:r>
        </a:p>
      </dgm:t>
    </dgm:pt>
    <dgm:pt modelId="{90D37B19-2608-4B6C-A4BE-F53A0F4CBD12}" type="parTrans" cxnId="{98B42B4F-C549-4949-9762-76F0BB20CE08}">
      <dgm:prSet/>
      <dgm:spPr/>
      <dgm:t>
        <a:bodyPr/>
        <a:lstStyle/>
        <a:p>
          <a:endParaRPr lang="en-US"/>
        </a:p>
      </dgm:t>
    </dgm:pt>
    <dgm:pt modelId="{7C7D6DF3-9EB6-46C9-A40F-5ED3B9DD46F6}" type="sibTrans" cxnId="{98B42B4F-C549-4949-9762-76F0BB20CE08}">
      <dgm:prSet/>
      <dgm:spPr/>
      <dgm:t>
        <a:bodyPr/>
        <a:lstStyle/>
        <a:p>
          <a:endParaRPr lang="en-US"/>
        </a:p>
      </dgm:t>
    </dgm:pt>
    <dgm:pt modelId="{801AFF51-4156-4CDB-87B1-9373A95BCCB9}" type="pres">
      <dgm:prSet presAssocID="{5EF71959-9C55-4A48-A45F-BE2EE7C979BB}" presName="linear" presStyleCnt="0">
        <dgm:presLayoutVars>
          <dgm:animLvl val="lvl"/>
          <dgm:resizeHandles val="exact"/>
        </dgm:presLayoutVars>
      </dgm:prSet>
      <dgm:spPr/>
    </dgm:pt>
    <dgm:pt modelId="{F71E4073-CBF3-4EB6-8067-3EEC4282A04D}" type="pres">
      <dgm:prSet presAssocID="{47A09509-3F66-45D7-8059-C2E7323518C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86A86E1-5EC3-4AB1-8048-763CF07C6495}" type="pres">
      <dgm:prSet presAssocID="{DF807679-813B-4671-8043-B69E26C968FB}" presName="spacer" presStyleCnt="0"/>
      <dgm:spPr/>
    </dgm:pt>
    <dgm:pt modelId="{532390FD-CFFB-4171-9978-06B4CDC15A3E}" type="pres">
      <dgm:prSet presAssocID="{C0B07108-AA17-48C0-A5EC-067D83FA428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3EEFE8E-5E0D-4D68-8B92-D3BE142111FF}" type="pres">
      <dgm:prSet presAssocID="{C0B07108-AA17-48C0-A5EC-067D83FA4283}" presName="childText" presStyleLbl="revTx" presStyleIdx="0" presStyleCnt="4">
        <dgm:presLayoutVars>
          <dgm:bulletEnabled val="1"/>
        </dgm:presLayoutVars>
      </dgm:prSet>
      <dgm:spPr/>
    </dgm:pt>
    <dgm:pt modelId="{FD1555E8-66C7-4253-A00C-F4456C72A1CD}" type="pres">
      <dgm:prSet presAssocID="{3A36F906-8FA1-408D-9AB3-4EE71140C3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9077340-A2AE-4CCA-9A45-393E1468CBCF}" type="pres">
      <dgm:prSet presAssocID="{3A36F906-8FA1-408D-9AB3-4EE71140C3A7}" presName="childText" presStyleLbl="revTx" presStyleIdx="1" presStyleCnt="4">
        <dgm:presLayoutVars>
          <dgm:bulletEnabled val="1"/>
        </dgm:presLayoutVars>
      </dgm:prSet>
      <dgm:spPr/>
    </dgm:pt>
    <dgm:pt modelId="{B1691F20-F7E3-4574-B7D4-A529C089B676}" type="pres">
      <dgm:prSet presAssocID="{D2CE3715-6BC3-4274-AF70-281C83959B3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97BE840-B1CB-4997-B753-5E3B1994A7C7}" type="pres">
      <dgm:prSet presAssocID="{D2CE3715-6BC3-4274-AF70-281C83959B38}" presName="childText" presStyleLbl="revTx" presStyleIdx="2" presStyleCnt="4">
        <dgm:presLayoutVars>
          <dgm:bulletEnabled val="1"/>
        </dgm:presLayoutVars>
      </dgm:prSet>
      <dgm:spPr/>
    </dgm:pt>
    <dgm:pt modelId="{11ED7C4A-00E0-433B-9B66-DEBB8932E81E}" type="pres">
      <dgm:prSet presAssocID="{5BCC36B5-65F6-43EB-BA2A-C83F64BF5ED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B82A1B6-6948-4803-9297-BCE84300864C}" type="pres">
      <dgm:prSet presAssocID="{5BCC36B5-65F6-43EB-BA2A-C83F64BF5ED6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D2CF2D03-07F7-4683-904B-4E2381EF079A}" type="presOf" srcId="{71B9FA90-BBD5-4F6E-9A64-B8E445830B36}" destId="{59077340-A2AE-4CCA-9A45-393E1468CBCF}" srcOrd="0" destOrd="1" presId="urn:microsoft.com/office/officeart/2005/8/layout/vList2"/>
    <dgm:cxn modelId="{5124BD0A-9FCE-4C56-A57A-B5C849963239}" srcId="{5EF71959-9C55-4A48-A45F-BE2EE7C979BB}" destId="{D2CE3715-6BC3-4274-AF70-281C83959B38}" srcOrd="3" destOrd="0" parTransId="{A1ADD675-2516-4179-AB6C-A5BB59041CD6}" sibTransId="{51172A79-2EDB-45BD-89BB-796FB0587397}"/>
    <dgm:cxn modelId="{B7EB5012-04B3-4415-BF34-D8954A831E30}" type="presOf" srcId="{1456A510-DAAF-414F-9518-34AA951CAE19}" destId="{93EEFE8E-5E0D-4D68-8B92-D3BE142111FF}" srcOrd="0" destOrd="0" presId="urn:microsoft.com/office/officeart/2005/8/layout/vList2"/>
    <dgm:cxn modelId="{38556A17-A552-4C96-B8E0-11F364420F24}" srcId="{C0B07108-AA17-48C0-A5EC-067D83FA4283}" destId="{B331DC8D-8BA8-44C1-B159-93B112DF3B6B}" srcOrd="1" destOrd="0" parTransId="{293B16B1-CC20-41ED-9D23-AAAEAFD28A47}" sibTransId="{E44CB42A-BF60-4288-99AF-E5059DA86BBA}"/>
    <dgm:cxn modelId="{BC6B3819-021C-4B73-85DC-FB9E4CC260E0}" srcId="{5EF71959-9C55-4A48-A45F-BE2EE7C979BB}" destId="{47A09509-3F66-45D7-8059-C2E7323518C2}" srcOrd="0" destOrd="0" parTransId="{F1ED85D6-101E-453E-8A79-8A5521C7A230}" sibTransId="{DF807679-813B-4671-8043-B69E26C968FB}"/>
    <dgm:cxn modelId="{D873AE21-1494-493C-B60F-E01CC1BBE3D1}" type="presOf" srcId="{47A09509-3F66-45D7-8059-C2E7323518C2}" destId="{F71E4073-CBF3-4EB6-8067-3EEC4282A04D}" srcOrd="0" destOrd="0" presId="urn:microsoft.com/office/officeart/2005/8/layout/vList2"/>
    <dgm:cxn modelId="{1817CE29-FD53-46E6-8181-8CAE75C7AB22}" srcId="{5EF71959-9C55-4A48-A45F-BE2EE7C979BB}" destId="{C0B07108-AA17-48C0-A5EC-067D83FA4283}" srcOrd="1" destOrd="0" parTransId="{32D1152E-05A8-401E-8954-BCB53EFA621F}" sibTransId="{24C6F561-66E3-4045-B34F-B9842129D8F3}"/>
    <dgm:cxn modelId="{4D995735-854B-4ACF-B2A9-9435AA045747}" type="presOf" srcId="{DDBE06EC-6635-4B5D-9045-63099CC2E88A}" destId="{697BE840-B1CB-4997-B753-5E3B1994A7C7}" srcOrd="0" destOrd="0" presId="urn:microsoft.com/office/officeart/2005/8/layout/vList2"/>
    <dgm:cxn modelId="{821E733F-9C9D-4362-9A9C-89813B7507C1}" srcId="{D2CE3715-6BC3-4274-AF70-281C83959B38}" destId="{28F3F14C-7624-4AA4-8B62-4D8D3D850F12}" srcOrd="1" destOrd="0" parTransId="{D06342F9-3938-472B-9B4E-70806678739B}" sibTransId="{63237569-8771-4531-BC18-6FACD076FB33}"/>
    <dgm:cxn modelId="{D7C29061-7493-46D7-8743-AE1768736BC8}" srcId="{5EF71959-9C55-4A48-A45F-BE2EE7C979BB}" destId="{3A36F906-8FA1-408D-9AB3-4EE71140C3A7}" srcOrd="2" destOrd="0" parTransId="{1BC9A544-2B28-4D21-80EC-81DCF6EFED78}" sibTransId="{DFA77BF2-EAF9-4E6A-B0A9-A6029CB68A59}"/>
    <dgm:cxn modelId="{6EFB0465-814E-4D3C-915F-9945D2334E61}" type="presOf" srcId="{B331DC8D-8BA8-44C1-B159-93B112DF3B6B}" destId="{93EEFE8E-5E0D-4D68-8B92-D3BE142111FF}" srcOrd="0" destOrd="1" presId="urn:microsoft.com/office/officeart/2005/8/layout/vList2"/>
    <dgm:cxn modelId="{86E7A748-B56F-46B2-9DA8-1BC82E49DCEA}" srcId="{3A36F906-8FA1-408D-9AB3-4EE71140C3A7}" destId="{71B9FA90-BBD5-4F6E-9A64-B8E445830B36}" srcOrd="1" destOrd="0" parTransId="{B2211F65-B875-49BA-83AB-7AD27FB4F9FA}" sibTransId="{42545E89-E4D5-47F8-A204-A1203160016D}"/>
    <dgm:cxn modelId="{98B42B4F-C549-4949-9762-76F0BB20CE08}" srcId="{5BCC36B5-65F6-43EB-BA2A-C83F64BF5ED6}" destId="{B4FE13E0-D2F0-424F-B98A-041E10FCF895}" srcOrd="1" destOrd="0" parTransId="{90D37B19-2608-4B6C-A4BE-F53A0F4CBD12}" sibTransId="{7C7D6DF3-9EB6-46C9-A40F-5ED3B9DD46F6}"/>
    <dgm:cxn modelId="{BE133B7B-6C36-44E3-B895-0B433D90534B}" srcId="{C0B07108-AA17-48C0-A5EC-067D83FA4283}" destId="{6880A936-9C80-488C-B462-336047D6E830}" srcOrd="2" destOrd="0" parTransId="{55F3EBC3-18A1-4263-9BB9-6B2C47390C32}" sibTransId="{00D4CC50-D657-409B-AA3B-83B573E39E3A}"/>
    <dgm:cxn modelId="{91E60682-A8AF-49D1-8055-3684AEE135E9}" type="presOf" srcId="{D2CE3715-6BC3-4274-AF70-281C83959B38}" destId="{B1691F20-F7E3-4574-B7D4-A529C089B676}" srcOrd="0" destOrd="0" presId="urn:microsoft.com/office/officeart/2005/8/layout/vList2"/>
    <dgm:cxn modelId="{490AF984-536A-4C23-8700-ADBB6B121FD2}" srcId="{5EF71959-9C55-4A48-A45F-BE2EE7C979BB}" destId="{5BCC36B5-65F6-43EB-BA2A-C83F64BF5ED6}" srcOrd="4" destOrd="0" parTransId="{CC2371F0-F7A5-4036-BA11-374081A47946}" sibTransId="{B8ED67BD-EDF6-4F8B-B934-E6C2EB7CFF5C}"/>
    <dgm:cxn modelId="{0B048488-1E1E-4D13-A88E-04AA04535F51}" type="presOf" srcId="{28F3F14C-7624-4AA4-8B62-4D8D3D850F12}" destId="{697BE840-B1CB-4997-B753-5E3B1994A7C7}" srcOrd="0" destOrd="1" presId="urn:microsoft.com/office/officeart/2005/8/layout/vList2"/>
    <dgm:cxn modelId="{5A32DE8A-F49E-40DA-895B-A6E2E2776E17}" type="presOf" srcId="{B4FE13E0-D2F0-424F-B98A-041E10FCF895}" destId="{8B82A1B6-6948-4803-9297-BCE84300864C}" srcOrd="0" destOrd="1" presId="urn:microsoft.com/office/officeart/2005/8/layout/vList2"/>
    <dgm:cxn modelId="{EE96E38B-C6ED-4554-A9C1-45FD8642E8D8}" srcId="{5BCC36B5-65F6-43EB-BA2A-C83F64BF5ED6}" destId="{6F180B3B-10B5-45BB-81FE-C5D7F810A863}" srcOrd="0" destOrd="0" parTransId="{C9D44288-F1AD-40AF-BDC2-BB8591A108C0}" sibTransId="{1A9FC01D-5CB5-4C4C-A26F-116AF45A0089}"/>
    <dgm:cxn modelId="{5B21C595-1099-45F1-AEB4-D26713BFD4D1}" type="presOf" srcId="{3A36F906-8FA1-408D-9AB3-4EE71140C3A7}" destId="{FD1555E8-66C7-4253-A00C-F4456C72A1CD}" srcOrd="0" destOrd="0" presId="urn:microsoft.com/office/officeart/2005/8/layout/vList2"/>
    <dgm:cxn modelId="{D5211D98-8990-4C7F-9C3A-43D2AEDDA269}" type="presOf" srcId="{A9CD1502-72B4-4266-AEA0-771EA408DA82}" destId="{59077340-A2AE-4CCA-9A45-393E1468CBCF}" srcOrd="0" destOrd="0" presId="urn:microsoft.com/office/officeart/2005/8/layout/vList2"/>
    <dgm:cxn modelId="{DF1E57A6-A94E-4C93-8B55-A8F7109A092F}" srcId="{C0B07108-AA17-48C0-A5EC-067D83FA4283}" destId="{1456A510-DAAF-414F-9518-34AA951CAE19}" srcOrd="0" destOrd="0" parTransId="{89A206EA-CFE5-4D70-BF97-8724740BCE28}" sibTransId="{21DD9836-ED4E-4857-A682-6719D196706D}"/>
    <dgm:cxn modelId="{54637CB6-50F7-4465-9B44-3D9B09627151}" type="presOf" srcId="{6880A936-9C80-488C-B462-336047D6E830}" destId="{93EEFE8E-5E0D-4D68-8B92-D3BE142111FF}" srcOrd="0" destOrd="2" presId="urn:microsoft.com/office/officeart/2005/8/layout/vList2"/>
    <dgm:cxn modelId="{CD2725B9-E8EB-4FB7-8192-9962771D8489}" type="presOf" srcId="{5EF71959-9C55-4A48-A45F-BE2EE7C979BB}" destId="{801AFF51-4156-4CDB-87B1-9373A95BCCB9}" srcOrd="0" destOrd="0" presId="urn:microsoft.com/office/officeart/2005/8/layout/vList2"/>
    <dgm:cxn modelId="{3369E3BA-14EF-4349-922E-E52B2E1C5BEF}" type="presOf" srcId="{C0B07108-AA17-48C0-A5EC-067D83FA4283}" destId="{532390FD-CFFB-4171-9978-06B4CDC15A3E}" srcOrd="0" destOrd="0" presId="urn:microsoft.com/office/officeart/2005/8/layout/vList2"/>
    <dgm:cxn modelId="{939E91E0-781F-43F8-A94C-E2F2FDCE73D4}" type="presOf" srcId="{5BCC36B5-65F6-43EB-BA2A-C83F64BF5ED6}" destId="{11ED7C4A-00E0-433B-9B66-DEBB8932E81E}" srcOrd="0" destOrd="0" presId="urn:microsoft.com/office/officeart/2005/8/layout/vList2"/>
    <dgm:cxn modelId="{9855BDE7-2F4E-48A9-9431-C8CCBF0745B2}" srcId="{3A36F906-8FA1-408D-9AB3-4EE71140C3A7}" destId="{A9CD1502-72B4-4266-AEA0-771EA408DA82}" srcOrd="0" destOrd="0" parTransId="{3BF8C534-DBCD-4FCE-A6A2-468CF8FBA7EF}" sibTransId="{71887610-6726-4A8B-B6FE-630B414745C7}"/>
    <dgm:cxn modelId="{567CD7E8-9A36-41E2-B6AB-020ACE15485F}" srcId="{D2CE3715-6BC3-4274-AF70-281C83959B38}" destId="{DDBE06EC-6635-4B5D-9045-63099CC2E88A}" srcOrd="0" destOrd="0" parTransId="{A7F3FA75-8019-4FB5-8A11-3CEB7E5A5B15}" sibTransId="{84D566A8-104E-45BE-9AE2-BC1B4FA5F6AE}"/>
    <dgm:cxn modelId="{3AB0A5F5-7919-428A-9A22-20443ADB0C5E}" type="presOf" srcId="{6F180B3B-10B5-45BB-81FE-C5D7F810A863}" destId="{8B82A1B6-6948-4803-9297-BCE84300864C}" srcOrd="0" destOrd="0" presId="urn:microsoft.com/office/officeart/2005/8/layout/vList2"/>
    <dgm:cxn modelId="{C403D279-0675-4493-AC02-6F84366BD8FC}" type="presParOf" srcId="{801AFF51-4156-4CDB-87B1-9373A95BCCB9}" destId="{F71E4073-CBF3-4EB6-8067-3EEC4282A04D}" srcOrd="0" destOrd="0" presId="urn:microsoft.com/office/officeart/2005/8/layout/vList2"/>
    <dgm:cxn modelId="{E5B2DE8C-9350-4A30-8CB4-A57C53023E6D}" type="presParOf" srcId="{801AFF51-4156-4CDB-87B1-9373A95BCCB9}" destId="{086A86E1-5EC3-4AB1-8048-763CF07C6495}" srcOrd="1" destOrd="0" presId="urn:microsoft.com/office/officeart/2005/8/layout/vList2"/>
    <dgm:cxn modelId="{9257DC8B-9B98-4B02-9C90-0705E9938B8D}" type="presParOf" srcId="{801AFF51-4156-4CDB-87B1-9373A95BCCB9}" destId="{532390FD-CFFB-4171-9978-06B4CDC15A3E}" srcOrd="2" destOrd="0" presId="urn:microsoft.com/office/officeart/2005/8/layout/vList2"/>
    <dgm:cxn modelId="{D911EB44-7E7F-478A-9766-F4DDD03E6CF9}" type="presParOf" srcId="{801AFF51-4156-4CDB-87B1-9373A95BCCB9}" destId="{93EEFE8E-5E0D-4D68-8B92-D3BE142111FF}" srcOrd="3" destOrd="0" presId="urn:microsoft.com/office/officeart/2005/8/layout/vList2"/>
    <dgm:cxn modelId="{F2901A65-8E3C-4E60-9C31-F878788461D4}" type="presParOf" srcId="{801AFF51-4156-4CDB-87B1-9373A95BCCB9}" destId="{FD1555E8-66C7-4253-A00C-F4456C72A1CD}" srcOrd="4" destOrd="0" presId="urn:microsoft.com/office/officeart/2005/8/layout/vList2"/>
    <dgm:cxn modelId="{76C205D1-D940-426C-A398-54F54DE8827E}" type="presParOf" srcId="{801AFF51-4156-4CDB-87B1-9373A95BCCB9}" destId="{59077340-A2AE-4CCA-9A45-393E1468CBCF}" srcOrd="5" destOrd="0" presId="urn:microsoft.com/office/officeart/2005/8/layout/vList2"/>
    <dgm:cxn modelId="{1347062C-2827-4D05-833B-941E3E7F9B5B}" type="presParOf" srcId="{801AFF51-4156-4CDB-87B1-9373A95BCCB9}" destId="{B1691F20-F7E3-4574-B7D4-A529C089B676}" srcOrd="6" destOrd="0" presId="urn:microsoft.com/office/officeart/2005/8/layout/vList2"/>
    <dgm:cxn modelId="{ED65407C-1C5E-4AF5-A669-2E43E219A730}" type="presParOf" srcId="{801AFF51-4156-4CDB-87B1-9373A95BCCB9}" destId="{697BE840-B1CB-4997-B753-5E3B1994A7C7}" srcOrd="7" destOrd="0" presId="urn:microsoft.com/office/officeart/2005/8/layout/vList2"/>
    <dgm:cxn modelId="{121DF719-07EE-497F-B3F6-8405A5E3F406}" type="presParOf" srcId="{801AFF51-4156-4CDB-87B1-9373A95BCCB9}" destId="{11ED7C4A-00E0-433B-9B66-DEBB8932E81E}" srcOrd="8" destOrd="0" presId="urn:microsoft.com/office/officeart/2005/8/layout/vList2"/>
    <dgm:cxn modelId="{E9C42DA8-F813-4E37-BC43-EA23E78C175C}" type="presParOf" srcId="{801AFF51-4156-4CDB-87B1-9373A95BCCB9}" destId="{8B82A1B6-6948-4803-9297-BCE84300864C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F5FEC7-F0FA-4300-972F-69E1A1AE6EB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B1A54A2-4EC1-44A2-8B65-D8F4AC54BD33}">
      <dgm:prSet/>
      <dgm:spPr/>
      <dgm:t>
        <a:bodyPr/>
        <a:lstStyle/>
        <a:p>
          <a:pPr>
            <a:defRPr b="1"/>
          </a:pPr>
          <a:r>
            <a:rPr lang="en-US" b="1"/>
            <a:t>Questions to Improve Data Logging Burden</a:t>
          </a:r>
          <a:endParaRPr lang="en-US"/>
        </a:p>
      </dgm:t>
    </dgm:pt>
    <dgm:pt modelId="{5B026B85-4110-4A48-BA9B-F0930F94C755}" type="parTrans" cxnId="{86FF141C-B825-4358-B06B-7296B5304D68}">
      <dgm:prSet/>
      <dgm:spPr/>
      <dgm:t>
        <a:bodyPr/>
        <a:lstStyle/>
        <a:p>
          <a:endParaRPr lang="en-US"/>
        </a:p>
      </dgm:t>
    </dgm:pt>
    <dgm:pt modelId="{B6F500A9-0887-48E8-9BF1-D229E905602F}" type="sibTrans" cxnId="{86FF141C-B825-4358-B06B-7296B5304D68}">
      <dgm:prSet/>
      <dgm:spPr/>
      <dgm:t>
        <a:bodyPr/>
        <a:lstStyle/>
        <a:p>
          <a:endParaRPr lang="en-US"/>
        </a:p>
      </dgm:t>
    </dgm:pt>
    <dgm:pt modelId="{09EA2DF8-A35C-423F-935B-8DB7FB9C5507}">
      <dgm:prSet/>
      <dgm:spPr/>
      <dgm:t>
        <a:bodyPr/>
        <a:lstStyle/>
        <a:p>
          <a:r>
            <a:rPr lang="en-US"/>
            <a:t>How much time are you willing to spend logging health data each day?</a:t>
          </a:r>
        </a:p>
      </dgm:t>
    </dgm:pt>
    <dgm:pt modelId="{7414C15A-ECF4-49FE-8245-55661D0062D3}" type="parTrans" cxnId="{1CB97EA4-70E7-4A69-8559-A3E7E6BF2892}">
      <dgm:prSet/>
      <dgm:spPr/>
      <dgm:t>
        <a:bodyPr/>
        <a:lstStyle/>
        <a:p>
          <a:endParaRPr lang="en-US"/>
        </a:p>
      </dgm:t>
    </dgm:pt>
    <dgm:pt modelId="{9799B9A2-52A6-4499-B74F-48673C5C3BFF}" type="sibTrans" cxnId="{1CB97EA4-70E7-4A69-8559-A3E7E6BF2892}">
      <dgm:prSet/>
      <dgm:spPr/>
      <dgm:t>
        <a:bodyPr/>
        <a:lstStyle/>
        <a:p>
          <a:endParaRPr lang="en-US"/>
        </a:p>
      </dgm:t>
    </dgm:pt>
    <dgm:pt modelId="{2915BA4F-5376-4AA4-9FE1-3CE4CDADC05C}">
      <dgm:prSet/>
      <dgm:spPr/>
      <dgm:t>
        <a:bodyPr/>
        <a:lstStyle/>
        <a:p>
          <a:r>
            <a:rPr lang="en-US"/>
            <a:t>Which types of data feel most difficult or frustrating to track?</a:t>
          </a:r>
        </a:p>
      </dgm:t>
    </dgm:pt>
    <dgm:pt modelId="{8B3A1855-BC9F-4B4F-ACAB-964EB50E37CC}" type="parTrans" cxnId="{B342F07C-3932-4203-8C52-7AEE0B3151DB}">
      <dgm:prSet/>
      <dgm:spPr/>
      <dgm:t>
        <a:bodyPr/>
        <a:lstStyle/>
        <a:p>
          <a:endParaRPr lang="en-US"/>
        </a:p>
      </dgm:t>
    </dgm:pt>
    <dgm:pt modelId="{9644DCF3-241B-4D97-B663-E597C14B427F}" type="sibTrans" cxnId="{B342F07C-3932-4203-8C52-7AEE0B3151DB}">
      <dgm:prSet/>
      <dgm:spPr/>
      <dgm:t>
        <a:bodyPr/>
        <a:lstStyle/>
        <a:p>
          <a:endParaRPr lang="en-US"/>
        </a:p>
      </dgm:t>
    </dgm:pt>
    <dgm:pt modelId="{CDAB7ABA-8E43-4CDD-A261-E8D7DB55C162}">
      <dgm:prSet/>
      <dgm:spPr/>
      <dgm:t>
        <a:bodyPr/>
        <a:lstStyle/>
        <a:p>
          <a:r>
            <a:rPr lang="en-US"/>
            <a:t>Would automated tracking through wearables reduce your burden?</a:t>
          </a:r>
        </a:p>
      </dgm:t>
    </dgm:pt>
    <dgm:pt modelId="{F2685A8E-9E24-4C88-A907-74EC605368FE}" type="parTrans" cxnId="{82F7E25D-5D0B-4B0A-A954-CF461E37C5A6}">
      <dgm:prSet/>
      <dgm:spPr/>
      <dgm:t>
        <a:bodyPr/>
        <a:lstStyle/>
        <a:p>
          <a:endParaRPr lang="en-US"/>
        </a:p>
      </dgm:t>
    </dgm:pt>
    <dgm:pt modelId="{A7B0CD55-FFD7-4755-A267-A98CFD8E392E}" type="sibTrans" cxnId="{82F7E25D-5D0B-4B0A-A954-CF461E37C5A6}">
      <dgm:prSet/>
      <dgm:spPr/>
      <dgm:t>
        <a:bodyPr/>
        <a:lstStyle/>
        <a:p>
          <a:endParaRPr lang="en-US"/>
        </a:p>
      </dgm:t>
    </dgm:pt>
    <dgm:pt modelId="{B53D4389-579B-4385-B21E-66945C984562}">
      <dgm:prSet/>
      <dgm:spPr/>
      <dgm:t>
        <a:bodyPr/>
        <a:lstStyle/>
        <a:p>
          <a:pPr>
            <a:defRPr b="1"/>
          </a:pPr>
          <a:r>
            <a:rPr lang="en-US" b="1"/>
            <a:t>Questions to Improve App Usability</a:t>
          </a:r>
          <a:endParaRPr lang="en-US"/>
        </a:p>
      </dgm:t>
    </dgm:pt>
    <dgm:pt modelId="{59C2ACB8-12E1-4CF1-B370-377E092428A3}" type="parTrans" cxnId="{54F83F58-E4E2-4DED-B00C-07CF2CA39DEF}">
      <dgm:prSet/>
      <dgm:spPr/>
      <dgm:t>
        <a:bodyPr/>
        <a:lstStyle/>
        <a:p>
          <a:endParaRPr lang="en-US"/>
        </a:p>
      </dgm:t>
    </dgm:pt>
    <dgm:pt modelId="{CE63BC16-E787-4A2F-8F3E-4DE80C6F9CFE}" type="sibTrans" cxnId="{54F83F58-E4E2-4DED-B00C-07CF2CA39DEF}">
      <dgm:prSet/>
      <dgm:spPr/>
      <dgm:t>
        <a:bodyPr/>
        <a:lstStyle/>
        <a:p>
          <a:endParaRPr lang="en-US"/>
        </a:p>
      </dgm:t>
    </dgm:pt>
    <dgm:pt modelId="{7F939B47-723A-4BE4-BDFA-08A84A760E02}">
      <dgm:prSet/>
      <dgm:spPr/>
      <dgm:t>
        <a:bodyPr/>
        <a:lstStyle/>
        <a:p>
          <a:r>
            <a:rPr lang="en-US"/>
            <a:t>Which parts of the app feel confusing or overwhelming?</a:t>
          </a:r>
        </a:p>
      </dgm:t>
    </dgm:pt>
    <dgm:pt modelId="{033BC953-DC45-4672-92ED-7C81FDA9ABE6}" type="parTrans" cxnId="{168AD19C-8A08-48B7-B680-298450970E18}">
      <dgm:prSet/>
      <dgm:spPr/>
      <dgm:t>
        <a:bodyPr/>
        <a:lstStyle/>
        <a:p>
          <a:endParaRPr lang="en-US"/>
        </a:p>
      </dgm:t>
    </dgm:pt>
    <dgm:pt modelId="{FBFCB4DE-BE4A-4F53-A88A-36151F04D5E5}" type="sibTrans" cxnId="{168AD19C-8A08-48B7-B680-298450970E18}">
      <dgm:prSet/>
      <dgm:spPr/>
      <dgm:t>
        <a:bodyPr/>
        <a:lstStyle/>
        <a:p>
          <a:endParaRPr lang="en-US"/>
        </a:p>
      </dgm:t>
    </dgm:pt>
    <dgm:pt modelId="{76C00CEA-DFB8-45C3-9F8E-85D67CF104E3}">
      <dgm:prSet/>
      <dgm:spPr/>
      <dgm:t>
        <a:bodyPr/>
        <a:lstStyle/>
        <a:p>
          <a:r>
            <a:rPr lang="en-US"/>
            <a:t>How confident do you feel navigating health apps in general?</a:t>
          </a:r>
        </a:p>
      </dgm:t>
    </dgm:pt>
    <dgm:pt modelId="{456DD6D5-B38B-48A3-B934-94A7DEB1FF6E}" type="parTrans" cxnId="{F453618C-3398-460D-B242-6761E7D6CFDD}">
      <dgm:prSet/>
      <dgm:spPr/>
      <dgm:t>
        <a:bodyPr/>
        <a:lstStyle/>
        <a:p>
          <a:endParaRPr lang="en-US"/>
        </a:p>
      </dgm:t>
    </dgm:pt>
    <dgm:pt modelId="{1130CB5B-CB78-41A7-B593-B84229B8D583}" type="sibTrans" cxnId="{F453618C-3398-460D-B242-6761E7D6CFDD}">
      <dgm:prSet/>
      <dgm:spPr/>
      <dgm:t>
        <a:bodyPr/>
        <a:lstStyle/>
        <a:p>
          <a:endParaRPr lang="en-US"/>
        </a:p>
      </dgm:t>
    </dgm:pt>
    <dgm:pt modelId="{8D988983-F96F-451C-9288-1844D954EBFA}">
      <dgm:prSet/>
      <dgm:spPr/>
      <dgm:t>
        <a:bodyPr/>
        <a:lstStyle/>
        <a:p>
          <a:r>
            <a:rPr lang="en-US"/>
            <a:t>What features do you use most and least, and why?</a:t>
          </a:r>
        </a:p>
      </dgm:t>
    </dgm:pt>
    <dgm:pt modelId="{92D025F5-0756-4C89-BFBA-3A193C24E082}" type="parTrans" cxnId="{6C296174-E2A6-48F1-A790-C72BCB0F2263}">
      <dgm:prSet/>
      <dgm:spPr/>
      <dgm:t>
        <a:bodyPr/>
        <a:lstStyle/>
        <a:p>
          <a:endParaRPr lang="en-US"/>
        </a:p>
      </dgm:t>
    </dgm:pt>
    <dgm:pt modelId="{305D1200-643C-4F5E-AB22-2255347FDD59}" type="sibTrans" cxnId="{6C296174-E2A6-48F1-A790-C72BCB0F2263}">
      <dgm:prSet/>
      <dgm:spPr/>
      <dgm:t>
        <a:bodyPr/>
        <a:lstStyle/>
        <a:p>
          <a:endParaRPr lang="en-US"/>
        </a:p>
      </dgm:t>
    </dgm:pt>
    <dgm:pt modelId="{66BE8435-A1B0-472B-B29A-12025A24C436}" type="pres">
      <dgm:prSet presAssocID="{E8F5FEC7-F0FA-4300-972F-69E1A1AE6EB9}" presName="root" presStyleCnt="0">
        <dgm:presLayoutVars>
          <dgm:dir/>
          <dgm:resizeHandles val="exact"/>
        </dgm:presLayoutVars>
      </dgm:prSet>
      <dgm:spPr/>
    </dgm:pt>
    <dgm:pt modelId="{A47B5B98-590D-4CA5-A35D-E8DA0BEDB35D}" type="pres">
      <dgm:prSet presAssocID="{FB1A54A2-4EC1-44A2-8B65-D8F4AC54BD33}" presName="compNode" presStyleCnt="0"/>
      <dgm:spPr/>
    </dgm:pt>
    <dgm:pt modelId="{1E94AD83-3064-440C-B5FE-BBDDE3536EC8}" type="pres">
      <dgm:prSet presAssocID="{FB1A54A2-4EC1-44A2-8B65-D8F4AC54BD3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CB74CC0-6D3F-42E0-AF43-107A4338143B}" type="pres">
      <dgm:prSet presAssocID="{FB1A54A2-4EC1-44A2-8B65-D8F4AC54BD33}" presName="iconSpace" presStyleCnt="0"/>
      <dgm:spPr/>
    </dgm:pt>
    <dgm:pt modelId="{9E84575A-AA4E-4DB4-AE53-BE5B7E3D2660}" type="pres">
      <dgm:prSet presAssocID="{FB1A54A2-4EC1-44A2-8B65-D8F4AC54BD33}" presName="parTx" presStyleLbl="revTx" presStyleIdx="0" presStyleCnt="4">
        <dgm:presLayoutVars>
          <dgm:chMax val="0"/>
          <dgm:chPref val="0"/>
        </dgm:presLayoutVars>
      </dgm:prSet>
      <dgm:spPr/>
    </dgm:pt>
    <dgm:pt modelId="{623C3F18-0CD5-4BBE-9862-8D0D048B6D3C}" type="pres">
      <dgm:prSet presAssocID="{FB1A54A2-4EC1-44A2-8B65-D8F4AC54BD33}" presName="txSpace" presStyleCnt="0"/>
      <dgm:spPr/>
    </dgm:pt>
    <dgm:pt modelId="{7E492CF6-BC95-4139-B7B9-B24B0427F2B1}" type="pres">
      <dgm:prSet presAssocID="{FB1A54A2-4EC1-44A2-8B65-D8F4AC54BD33}" presName="desTx" presStyleLbl="revTx" presStyleIdx="1" presStyleCnt="4">
        <dgm:presLayoutVars/>
      </dgm:prSet>
      <dgm:spPr/>
    </dgm:pt>
    <dgm:pt modelId="{1E5BB6F8-4979-44D3-912C-DB2A5E257946}" type="pres">
      <dgm:prSet presAssocID="{B6F500A9-0887-48E8-9BF1-D229E905602F}" presName="sibTrans" presStyleCnt="0"/>
      <dgm:spPr/>
    </dgm:pt>
    <dgm:pt modelId="{EDF9D7D6-DF64-405B-8B5C-F3E260DD7ADA}" type="pres">
      <dgm:prSet presAssocID="{B53D4389-579B-4385-B21E-66945C984562}" presName="compNode" presStyleCnt="0"/>
      <dgm:spPr/>
    </dgm:pt>
    <dgm:pt modelId="{409BE52A-9A0E-47E2-BE39-1FFB147A5D41}" type="pres">
      <dgm:prSet presAssocID="{B53D4389-579B-4385-B21E-66945C98456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70BCDC2-D2FE-4B0D-BD28-B7B70555835B}" type="pres">
      <dgm:prSet presAssocID="{B53D4389-579B-4385-B21E-66945C984562}" presName="iconSpace" presStyleCnt="0"/>
      <dgm:spPr/>
    </dgm:pt>
    <dgm:pt modelId="{0A7B1F25-46D9-459B-B6F9-45B326FD6CE4}" type="pres">
      <dgm:prSet presAssocID="{B53D4389-579B-4385-B21E-66945C984562}" presName="parTx" presStyleLbl="revTx" presStyleIdx="2" presStyleCnt="4">
        <dgm:presLayoutVars>
          <dgm:chMax val="0"/>
          <dgm:chPref val="0"/>
        </dgm:presLayoutVars>
      </dgm:prSet>
      <dgm:spPr/>
    </dgm:pt>
    <dgm:pt modelId="{6F8B1362-E472-43BC-BC13-31B9EB3BDBAF}" type="pres">
      <dgm:prSet presAssocID="{B53D4389-579B-4385-B21E-66945C984562}" presName="txSpace" presStyleCnt="0"/>
      <dgm:spPr/>
    </dgm:pt>
    <dgm:pt modelId="{7AB49B02-72BA-4073-8F8B-0F9072E74945}" type="pres">
      <dgm:prSet presAssocID="{B53D4389-579B-4385-B21E-66945C984562}" presName="desTx" presStyleLbl="revTx" presStyleIdx="3" presStyleCnt="4">
        <dgm:presLayoutVars/>
      </dgm:prSet>
      <dgm:spPr/>
    </dgm:pt>
  </dgm:ptLst>
  <dgm:cxnLst>
    <dgm:cxn modelId="{238A3416-447E-4B29-B390-9A690CC1E597}" type="presOf" srcId="{76C00CEA-DFB8-45C3-9F8E-85D67CF104E3}" destId="{7AB49B02-72BA-4073-8F8B-0F9072E74945}" srcOrd="0" destOrd="1" presId="urn:microsoft.com/office/officeart/2018/2/layout/IconLabelDescriptionList"/>
    <dgm:cxn modelId="{86FF141C-B825-4358-B06B-7296B5304D68}" srcId="{E8F5FEC7-F0FA-4300-972F-69E1A1AE6EB9}" destId="{FB1A54A2-4EC1-44A2-8B65-D8F4AC54BD33}" srcOrd="0" destOrd="0" parTransId="{5B026B85-4110-4A48-BA9B-F0930F94C755}" sibTransId="{B6F500A9-0887-48E8-9BF1-D229E905602F}"/>
    <dgm:cxn modelId="{088CA722-CCD7-49A7-9D80-F85C11C66186}" type="presOf" srcId="{B53D4389-579B-4385-B21E-66945C984562}" destId="{0A7B1F25-46D9-459B-B6F9-45B326FD6CE4}" srcOrd="0" destOrd="0" presId="urn:microsoft.com/office/officeart/2018/2/layout/IconLabelDescriptionList"/>
    <dgm:cxn modelId="{70092240-9905-4AC8-8768-A3B621D8BC91}" type="presOf" srcId="{2915BA4F-5376-4AA4-9FE1-3CE4CDADC05C}" destId="{7E492CF6-BC95-4139-B7B9-B24B0427F2B1}" srcOrd="0" destOrd="1" presId="urn:microsoft.com/office/officeart/2018/2/layout/IconLabelDescriptionList"/>
    <dgm:cxn modelId="{82F7E25D-5D0B-4B0A-A954-CF461E37C5A6}" srcId="{FB1A54A2-4EC1-44A2-8B65-D8F4AC54BD33}" destId="{CDAB7ABA-8E43-4CDD-A261-E8D7DB55C162}" srcOrd="2" destOrd="0" parTransId="{F2685A8E-9E24-4C88-A907-74EC605368FE}" sibTransId="{A7B0CD55-FFD7-4755-A267-A98CFD8E392E}"/>
    <dgm:cxn modelId="{6C296174-E2A6-48F1-A790-C72BCB0F2263}" srcId="{B53D4389-579B-4385-B21E-66945C984562}" destId="{8D988983-F96F-451C-9288-1844D954EBFA}" srcOrd="2" destOrd="0" parTransId="{92D025F5-0756-4C89-BFBA-3A193C24E082}" sibTransId="{305D1200-643C-4F5E-AB22-2255347FDD59}"/>
    <dgm:cxn modelId="{54F83F58-E4E2-4DED-B00C-07CF2CA39DEF}" srcId="{E8F5FEC7-F0FA-4300-972F-69E1A1AE6EB9}" destId="{B53D4389-579B-4385-B21E-66945C984562}" srcOrd="1" destOrd="0" parTransId="{59C2ACB8-12E1-4CF1-B370-377E092428A3}" sibTransId="{CE63BC16-E787-4A2F-8F3E-4DE80C6F9CFE}"/>
    <dgm:cxn modelId="{2F289A7A-FCDF-4E86-B5BA-584589BDB649}" type="presOf" srcId="{8D988983-F96F-451C-9288-1844D954EBFA}" destId="{7AB49B02-72BA-4073-8F8B-0F9072E74945}" srcOrd="0" destOrd="2" presId="urn:microsoft.com/office/officeart/2018/2/layout/IconLabelDescriptionList"/>
    <dgm:cxn modelId="{B342F07C-3932-4203-8C52-7AEE0B3151DB}" srcId="{FB1A54A2-4EC1-44A2-8B65-D8F4AC54BD33}" destId="{2915BA4F-5376-4AA4-9FE1-3CE4CDADC05C}" srcOrd="1" destOrd="0" parTransId="{8B3A1855-BC9F-4B4F-ACAB-964EB50E37CC}" sibTransId="{9644DCF3-241B-4D97-B663-E597C14B427F}"/>
    <dgm:cxn modelId="{53DA9682-6990-4817-9F45-075CB9DBCD0B}" type="presOf" srcId="{FB1A54A2-4EC1-44A2-8B65-D8F4AC54BD33}" destId="{9E84575A-AA4E-4DB4-AE53-BE5B7E3D2660}" srcOrd="0" destOrd="0" presId="urn:microsoft.com/office/officeart/2018/2/layout/IconLabelDescriptionList"/>
    <dgm:cxn modelId="{F453618C-3398-460D-B242-6761E7D6CFDD}" srcId="{B53D4389-579B-4385-B21E-66945C984562}" destId="{76C00CEA-DFB8-45C3-9F8E-85D67CF104E3}" srcOrd="1" destOrd="0" parTransId="{456DD6D5-B38B-48A3-B934-94A7DEB1FF6E}" sibTransId="{1130CB5B-CB78-41A7-B593-B84229B8D583}"/>
    <dgm:cxn modelId="{168AD19C-8A08-48B7-B680-298450970E18}" srcId="{B53D4389-579B-4385-B21E-66945C984562}" destId="{7F939B47-723A-4BE4-BDFA-08A84A760E02}" srcOrd="0" destOrd="0" parTransId="{033BC953-DC45-4672-92ED-7C81FDA9ABE6}" sibTransId="{FBFCB4DE-BE4A-4F53-A88A-36151F04D5E5}"/>
    <dgm:cxn modelId="{D6DA569D-6047-4EB6-BB75-C12F7436A31A}" type="presOf" srcId="{E8F5FEC7-F0FA-4300-972F-69E1A1AE6EB9}" destId="{66BE8435-A1B0-472B-B29A-12025A24C436}" srcOrd="0" destOrd="0" presId="urn:microsoft.com/office/officeart/2018/2/layout/IconLabelDescriptionList"/>
    <dgm:cxn modelId="{25E2DE9F-6D29-452D-ABBF-225378237547}" type="presOf" srcId="{CDAB7ABA-8E43-4CDD-A261-E8D7DB55C162}" destId="{7E492CF6-BC95-4139-B7B9-B24B0427F2B1}" srcOrd="0" destOrd="2" presId="urn:microsoft.com/office/officeart/2018/2/layout/IconLabelDescriptionList"/>
    <dgm:cxn modelId="{1CB97EA4-70E7-4A69-8559-A3E7E6BF2892}" srcId="{FB1A54A2-4EC1-44A2-8B65-D8F4AC54BD33}" destId="{09EA2DF8-A35C-423F-935B-8DB7FB9C5507}" srcOrd="0" destOrd="0" parTransId="{7414C15A-ECF4-49FE-8245-55661D0062D3}" sibTransId="{9799B9A2-52A6-4499-B74F-48673C5C3BFF}"/>
    <dgm:cxn modelId="{AED880B6-42B3-4FFE-959C-CCF9A46B9501}" type="presOf" srcId="{7F939B47-723A-4BE4-BDFA-08A84A760E02}" destId="{7AB49B02-72BA-4073-8F8B-0F9072E74945}" srcOrd="0" destOrd="0" presId="urn:microsoft.com/office/officeart/2018/2/layout/IconLabelDescriptionList"/>
    <dgm:cxn modelId="{45A5D5FE-414F-45BB-833C-6CA69E6C1431}" type="presOf" srcId="{09EA2DF8-A35C-423F-935B-8DB7FB9C5507}" destId="{7E492CF6-BC95-4139-B7B9-B24B0427F2B1}" srcOrd="0" destOrd="0" presId="urn:microsoft.com/office/officeart/2018/2/layout/IconLabelDescriptionList"/>
    <dgm:cxn modelId="{1F415A34-037D-40B2-A841-B10D991BD7B2}" type="presParOf" srcId="{66BE8435-A1B0-472B-B29A-12025A24C436}" destId="{A47B5B98-590D-4CA5-A35D-E8DA0BEDB35D}" srcOrd="0" destOrd="0" presId="urn:microsoft.com/office/officeart/2018/2/layout/IconLabelDescriptionList"/>
    <dgm:cxn modelId="{9A4C6548-B56C-4EF0-8CE2-5CBE101EECDB}" type="presParOf" srcId="{A47B5B98-590D-4CA5-A35D-E8DA0BEDB35D}" destId="{1E94AD83-3064-440C-B5FE-BBDDE3536EC8}" srcOrd="0" destOrd="0" presId="urn:microsoft.com/office/officeart/2018/2/layout/IconLabelDescriptionList"/>
    <dgm:cxn modelId="{B8BDE458-9A6F-43F5-AD26-94F1B672DAE0}" type="presParOf" srcId="{A47B5B98-590D-4CA5-A35D-E8DA0BEDB35D}" destId="{6CB74CC0-6D3F-42E0-AF43-107A4338143B}" srcOrd="1" destOrd="0" presId="urn:microsoft.com/office/officeart/2018/2/layout/IconLabelDescriptionList"/>
    <dgm:cxn modelId="{D47EE94C-C90D-4401-AA5B-DE5A4366F3B5}" type="presParOf" srcId="{A47B5B98-590D-4CA5-A35D-E8DA0BEDB35D}" destId="{9E84575A-AA4E-4DB4-AE53-BE5B7E3D2660}" srcOrd="2" destOrd="0" presId="urn:microsoft.com/office/officeart/2018/2/layout/IconLabelDescriptionList"/>
    <dgm:cxn modelId="{5E5102D8-6A02-4AC9-BABF-0AC663E767FB}" type="presParOf" srcId="{A47B5B98-590D-4CA5-A35D-E8DA0BEDB35D}" destId="{623C3F18-0CD5-4BBE-9862-8D0D048B6D3C}" srcOrd="3" destOrd="0" presId="urn:microsoft.com/office/officeart/2018/2/layout/IconLabelDescriptionList"/>
    <dgm:cxn modelId="{F4777028-F9C0-47E6-8F3F-2E5C6095378F}" type="presParOf" srcId="{A47B5B98-590D-4CA5-A35D-E8DA0BEDB35D}" destId="{7E492CF6-BC95-4139-B7B9-B24B0427F2B1}" srcOrd="4" destOrd="0" presId="urn:microsoft.com/office/officeart/2018/2/layout/IconLabelDescriptionList"/>
    <dgm:cxn modelId="{4A32EC7A-305C-431B-8896-C2042F5E4C85}" type="presParOf" srcId="{66BE8435-A1B0-472B-B29A-12025A24C436}" destId="{1E5BB6F8-4979-44D3-912C-DB2A5E257946}" srcOrd="1" destOrd="0" presId="urn:microsoft.com/office/officeart/2018/2/layout/IconLabelDescriptionList"/>
    <dgm:cxn modelId="{53A2F02A-200E-498D-9675-95901C048F73}" type="presParOf" srcId="{66BE8435-A1B0-472B-B29A-12025A24C436}" destId="{EDF9D7D6-DF64-405B-8B5C-F3E260DD7ADA}" srcOrd="2" destOrd="0" presId="urn:microsoft.com/office/officeart/2018/2/layout/IconLabelDescriptionList"/>
    <dgm:cxn modelId="{DB1B76E5-1E2C-4299-8FC6-59D08B6CAFF5}" type="presParOf" srcId="{EDF9D7D6-DF64-405B-8B5C-F3E260DD7ADA}" destId="{409BE52A-9A0E-47E2-BE39-1FFB147A5D41}" srcOrd="0" destOrd="0" presId="urn:microsoft.com/office/officeart/2018/2/layout/IconLabelDescriptionList"/>
    <dgm:cxn modelId="{3B98060F-A604-4689-92FD-CF58885CA7AD}" type="presParOf" srcId="{EDF9D7D6-DF64-405B-8B5C-F3E260DD7ADA}" destId="{870BCDC2-D2FE-4B0D-BD28-B7B70555835B}" srcOrd="1" destOrd="0" presId="urn:microsoft.com/office/officeart/2018/2/layout/IconLabelDescriptionList"/>
    <dgm:cxn modelId="{2AA3A3F1-9441-48A3-880B-530558DB42ED}" type="presParOf" srcId="{EDF9D7D6-DF64-405B-8B5C-F3E260DD7ADA}" destId="{0A7B1F25-46D9-459B-B6F9-45B326FD6CE4}" srcOrd="2" destOrd="0" presId="urn:microsoft.com/office/officeart/2018/2/layout/IconLabelDescriptionList"/>
    <dgm:cxn modelId="{49B957BA-6B61-4A53-8C49-CA29D19B1B33}" type="presParOf" srcId="{EDF9D7D6-DF64-405B-8B5C-F3E260DD7ADA}" destId="{6F8B1362-E472-43BC-BC13-31B9EB3BDBAF}" srcOrd="3" destOrd="0" presId="urn:microsoft.com/office/officeart/2018/2/layout/IconLabelDescriptionList"/>
    <dgm:cxn modelId="{22BA9CD8-4AF7-40F9-97D7-DE23FEDD5C6E}" type="presParOf" srcId="{EDF9D7D6-DF64-405B-8B5C-F3E260DD7ADA}" destId="{7AB49B02-72BA-4073-8F8B-0F9072E7494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57CD0-0F1F-4639-BCB9-2CF1C1A4C5FE}">
      <dsp:nvSpPr>
        <dsp:cNvPr id="0" name=""/>
        <dsp:cNvSpPr/>
      </dsp:nvSpPr>
      <dsp:spPr>
        <a:xfrm>
          <a:off x="644018" y="542176"/>
          <a:ext cx="1990125" cy="1990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508F3D-7AA6-45BE-87CA-EC37EAE05726}">
      <dsp:nvSpPr>
        <dsp:cNvPr id="0" name=""/>
        <dsp:cNvSpPr/>
      </dsp:nvSpPr>
      <dsp:spPr>
        <a:xfrm>
          <a:off x="1068143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5C6C8-1E4C-4A17-B0D6-09DB5F6AEA88}">
      <dsp:nvSpPr>
        <dsp:cNvPr id="0" name=""/>
        <dsp:cNvSpPr/>
      </dsp:nvSpPr>
      <dsp:spPr>
        <a:xfrm>
          <a:off x="7830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 was having issues with keeping my sugar and A1C down and needed some more targeted help. </a:t>
          </a:r>
        </a:p>
      </dsp:txBody>
      <dsp:txXfrm>
        <a:off x="7830" y="3152177"/>
        <a:ext cx="3262500" cy="720000"/>
      </dsp:txXfrm>
    </dsp:sp>
    <dsp:sp modelId="{337F9120-79C8-4990-9136-3D2B41570449}">
      <dsp:nvSpPr>
        <dsp:cNvPr id="0" name=""/>
        <dsp:cNvSpPr/>
      </dsp:nvSpPr>
      <dsp:spPr>
        <a:xfrm>
          <a:off x="4477456" y="542176"/>
          <a:ext cx="1990125" cy="1990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503CCB-B1A9-4AF6-8A92-219C9DB38D69}">
      <dsp:nvSpPr>
        <dsp:cNvPr id="0" name=""/>
        <dsp:cNvSpPr/>
      </dsp:nvSpPr>
      <dsp:spPr>
        <a:xfrm>
          <a:off x="4901581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58F0D-A25B-44F5-9DF9-2D1770E0DD2B}">
      <dsp:nvSpPr>
        <dsp:cNvPr id="0" name=""/>
        <dsp:cNvSpPr/>
      </dsp:nvSpPr>
      <dsp:spPr>
        <a:xfrm>
          <a:off x="3841268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It has the coaching and integrated health tracking and using the CGM’s and the wearables it helped to track all I was doing and not doing. </a:t>
          </a:r>
        </a:p>
      </dsp:txBody>
      <dsp:txXfrm>
        <a:off x="3841268" y="3152177"/>
        <a:ext cx="3262500" cy="720000"/>
      </dsp:txXfrm>
    </dsp:sp>
    <dsp:sp modelId="{A60E0564-B655-4BD0-A60C-0A7687BC60B0}">
      <dsp:nvSpPr>
        <dsp:cNvPr id="0" name=""/>
        <dsp:cNvSpPr/>
      </dsp:nvSpPr>
      <dsp:spPr>
        <a:xfrm>
          <a:off x="8310893" y="542176"/>
          <a:ext cx="1990125" cy="19901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27AEB-74EA-41C9-8043-90AAF32DE14C}">
      <dsp:nvSpPr>
        <dsp:cNvPr id="0" name=""/>
        <dsp:cNvSpPr/>
      </dsp:nvSpPr>
      <dsp:spPr>
        <a:xfrm>
          <a:off x="8735018" y="966301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D8219-C8B7-4C6A-9FF4-DB1948F8A226}">
      <dsp:nvSpPr>
        <dsp:cNvPr id="0" name=""/>
        <dsp:cNvSpPr/>
      </dsp:nvSpPr>
      <dsp:spPr>
        <a:xfrm>
          <a:off x="7674706" y="3152177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The logs and the food insight really helped me to know what was good for me and what foods my body did not respond well to. </a:t>
          </a:r>
        </a:p>
      </dsp:txBody>
      <dsp:txXfrm>
        <a:off x="7674706" y="3152177"/>
        <a:ext cx="326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E4073-CBF3-4EB6-8067-3EEC4282A04D}">
      <dsp:nvSpPr>
        <dsp:cNvPr id="0" name=""/>
        <dsp:cNvSpPr/>
      </dsp:nvSpPr>
      <dsp:spPr>
        <a:xfrm>
          <a:off x="0" y="54831"/>
          <a:ext cx="6949440" cy="5651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Likely Personas</a:t>
          </a:r>
          <a:endParaRPr lang="en-US" sz="2300" kern="1200"/>
        </a:p>
      </dsp:txBody>
      <dsp:txXfrm>
        <a:off x="27586" y="82417"/>
        <a:ext cx="6894268" cy="509938"/>
      </dsp:txXfrm>
    </dsp:sp>
    <dsp:sp modelId="{532390FD-CFFB-4171-9978-06B4CDC15A3E}">
      <dsp:nvSpPr>
        <dsp:cNvPr id="0" name=""/>
        <dsp:cNvSpPr/>
      </dsp:nvSpPr>
      <dsp:spPr>
        <a:xfrm>
          <a:off x="0" y="686181"/>
          <a:ext cx="6949440" cy="565110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Chronically Ill Adult</a:t>
          </a:r>
        </a:p>
      </dsp:txBody>
      <dsp:txXfrm>
        <a:off x="27586" y="713767"/>
        <a:ext cx="6894268" cy="509938"/>
      </dsp:txXfrm>
    </dsp:sp>
    <dsp:sp modelId="{93EEFE8E-5E0D-4D68-8B92-D3BE142111FF}">
      <dsp:nvSpPr>
        <dsp:cNvPr id="0" name=""/>
        <dsp:cNvSpPr/>
      </dsp:nvSpPr>
      <dsp:spPr>
        <a:xfrm>
          <a:off x="0" y="1251291"/>
          <a:ext cx="6949440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Age 35–70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Managing Type 2 diabetes or obesity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Motivated by health improvement and physician oversight</a:t>
          </a:r>
        </a:p>
      </dsp:txBody>
      <dsp:txXfrm>
        <a:off x="0" y="1251291"/>
        <a:ext cx="6949440" cy="928395"/>
      </dsp:txXfrm>
    </dsp:sp>
    <dsp:sp modelId="{FD1555E8-66C7-4253-A00C-F4456C72A1CD}">
      <dsp:nvSpPr>
        <dsp:cNvPr id="0" name=""/>
        <dsp:cNvSpPr/>
      </dsp:nvSpPr>
      <dsp:spPr>
        <a:xfrm>
          <a:off x="0" y="2179686"/>
          <a:ext cx="6949440" cy="56511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Data‑Driven Health Optimizer</a:t>
          </a:r>
        </a:p>
      </dsp:txBody>
      <dsp:txXfrm>
        <a:off x="27586" y="2207272"/>
        <a:ext cx="6894268" cy="509938"/>
      </dsp:txXfrm>
    </dsp:sp>
    <dsp:sp modelId="{59077340-A2AE-4CCA-9A45-393E1468CBCF}">
      <dsp:nvSpPr>
        <dsp:cNvPr id="0" name=""/>
        <dsp:cNvSpPr/>
      </dsp:nvSpPr>
      <dsp:spPr>
        <a:xfrm>
          <a:off x="0" y="2744796"/>
          <a:ext cx="694944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Comfortable with wearables and health metrics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Wants detailed insights and progress tracking</a:t>
          </a:r>
        </a:p>
      </dsp:txBody>
      <dsp:txXfrm>
        <a:off x="0" y="2744796"/>
        <a:ext cx="6949440" cy="618930"/>
      </dsp:txXfrm>
    </dsp:sp>
    <dsp:sp modelId="{B1691F20-F7E3-4574-B7D4-A529C089B676}">
      <dsp:nvSpPr>
        <dsp:cNvPr id="0" name=""/>
        <dsp:cNvSpPr/>
      </dsp:nvSpPr>
      <dsp:spPr>
        <a:xfrm>
          <a:off x="0" y="3363726"/>
          <a:ext cx="6949440" cy="565110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Coaching‑Oriented User</a:t>
          </a:r>
        </a:p>
      </dsp:txBody>
      <dsp:txXfrm>
        <a:off x="27586" y="3391312"/>
        <a:ext cx="6894268" cy="509938"/>
      </dsp:txXfrm>
    </dsp:sp>
    <dsp:sp modelId="{697BE840-B1CB-4997-B753-5E3B1994A7C7}">
      <dsp:nvSpPr>
        <dsp:cNvPr id="0" name=""/>
        <dsp:cNvSpPr/>
      </dsp:nvSpPr>
      <dsp:spPr>
        <a:xfrm>
          <a:off x="0" y="3928836"/>
          <a:ext cx="694944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Prefers human support and accountability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Responds well to reminders and structured plans</a:t>
          </a:r>
        </a:p>
      </dsp:txBody>
      <dsp:txXfrm>
        <a:off x="0" y="3928836"/>
        <a:ext cx="6949440" cy="618930"/>
      </dsp:txXfrm>
    </dsp:sp>
    <dsp:sp modelId="{11ED7C4A-00E0-433B-9B66-DEBB8932E81E}">
      <dsp:nvSpPr>
        <dsp:cNvPr id="0" name=""/>
        <dsp:cNvSpPr/>
      </dsp:nvSpPr>
      <dsp:spPr>
        <a:xfrm>
          <a:off x="0" y="4547766"/>
          <a:ext cx="6949440" cy="56511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Low‑Tech or Hesitant User</a:t>
          </a:r>
        </a:p>
      </dsp:txBody>
      <dsp:txXfrm>
        <a:off x="27586" y="4575352"/>
        <a:ext cx="6894268" cy="509938"/>
      </dsp:txXfrm>
    </dsp:sp>
    <dsp:sp modelId="{8B82A1B6-6948-4803-9297-BCE84300864C}">
      <dsp:nvSpPr>
        <dsp:cNvPr id="0" name=""/>
        <dsp:cNvSpPr/>
      </dsp:nvSpPr>
      <dsp:spPr>
        <a:xfrm>
          <a:off x="0" y="5112876"/>
          <a:ext cx="6949440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Needs simple interfaces and clear instructions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May struggle with complex app navigation</a:t>
          </a:r>
        </a:p>
      </dsp:txBody>
      <dsp:txXfrm>
        <a:off x="0" y="5112876"/>
        <a:ext cx="6949440" cy="618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4AD83-3064-440C-B5FE-BBDDE3536EC8}">
      <dsp:nvSpPr>
        <dsp:cNvPr id="0" name=""/>
        <dsp:cNvSpPr/>
      </dsp:nvSpPr>
      <dsp:spPr>
        <a:xfrm>
          <a:off x="774518" y="17609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4575A-AA4E-4DB4-AE53-BE5B7E3D2660}">
      <dsp:nvSpPr>
        <dsp:cNvPr id="0" name=""/>
        <dsp:cNvSpPr/>
      </dsp:nvSpPr>
      <dsp:spPr>
        <a:xfrm>
          <a:off x="774518" y="186277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/>
            <a:t>Questions to Improve Data Logging Burden</a:t>
          </a:r>
          <a:endParaRPr lang="en-US" sz="2200" kern="1200"/>
        </a:p>
      </dsp:txBody>
      <dsp:txXfrm>
        <a:off x="774518" y="1862772"/>
        <a:ext cx="4320000" cy="648000"/>
      </dsp:txXfrm>
    </dsp:sp>
    <dsp:sp modelId="{7E492CF6-BC95-4139-B7B9-B24B0427F2B1}">
      <dsp:nvSpPr>
        <dsp:cNvPr id="0" name=""/>
        <dsp:cNvSpPr/>
      </dsp:nvSpPr>
      <dsp:spPr>
        <a:xfrm>
          <a:off x="774518" y="2592015"/>
          <a:ext cx="4320000" cy="1646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much time are you willing to spend logging health data each day?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types of data feel most difficult or frustrating to track?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Would automated tracking through wearables reduce your burden?</a:t>
          </a:r>
        </a:p>
      </dsp:txBody>
      <dsp:txXfrm>
        <a:off x="774518" y="2592015"/>
        <a:ext cx="4320000" cy="1646238"/>
      </dsp:txXfrm>
    </dsp:sp>
    <dsp:sp modelId="{409BE52A-9A0E-47E2-BE39-1FFB147A5D41}">
      <dsp:nvSpPr>
        <dsp:cNvPr id="0" name=""/>
        <dsp:cNvSpPr/>
      </dsp:nvSpPr>
      <dsp:spPr>
        <a:xfrm>
          <a:off x="5850518" y="17609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B1F25-46D9-459B-B6F9-45B326FD6CE4}">
      <dsp:nvSpPr>
        <dsp:cNvPr id="0" name=""/>
        <dsp:cNvSpPr/>
      </dsp:nvSpPr>
      <dsp:spPr>
        <a:xfrm>
          <a:off x="5850518" y="186277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/>
            <a:t>Questions to Improve App Usability</a:t>
          </a:r>
          <a:endParaRPr lang="en-US" sz="2200" kern="1200"/>
        </a:p>
      </dsp:txBody>
      <dsp:txXfrm>
        <a:off x="5850518" y="1862772"/>
        <a:ext cx="4320000" cy="648000"/>
      </dsp:txXfrm>
    </dsp:sp>
    <dsp:sp modelId="{7AB49B02-72BA-4073-8F8B-0F9072E74945}">
      <dsp:nvSpPr>
        <dsp:cNvPr id="0" name=""/>
        <dsp:cNvSpPr/>
      </dsp:nvSpPr>
      <dsp:spPr>
        <a:xfrm>
          <a:off x="5850518" y="2592015"/>
          <a:ext cx="4320000" cy="1646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parts of the app feel confusing or overwhelming?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confident do you feel navigating health apps in general?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features do you use most and least, and why?</a:t>
          </a:r>
        </a:p>
      </dsp:txBody>
      <dsp:txXfrm>
        <a:off x="5850518" y="2592015"/>
        <a:ext cx="4320000" cy="1646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9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2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8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1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1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62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7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3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2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winhealth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Colorful drops of water">
            <a:extLst>
              <a:ext uri="{FF2B5EF4-FFF2-40B4-BE49-F238E27FC236}">
                <a16:creationId xmlns:a16="http://schemas.microsoft.com/office/drawing/2014/main" id="{BB20FE36-E0FC-5005-62BA-7AED452F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6525A-51D8-9271-4497-ADD64C21D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7524550" cy="2856338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/>
              <a:t>Twin Health App: User Decision, Personas, and Research Improvements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3883B-F195-9DEF-F5E3-9018F28C5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6636" y="3127366"/>
            <a:ext cx="3538728" cy="960120"/>
          </a:xfrm>
        </p:spPr>
        <p:txBody>
          <a:bodyPr anchor="t">
            <a:normAutofit fontScale="85000" lnSpcReduction="10000"/>
          </a:bodyPr>
          <a:lstStyle/>
          <a:p>
            <a:pPr algn="l"/>
            <a:r>
              <a:rPr lang="en-US" sz="2000" dirty="0"/>
              <a:t>By: Joshua Zimmerman-Gibson</a:t>
            </a:r>
          </a:p>
          <a:p>
            <a:pPr algn="l"/>
            <a:r>
              <a:rPr lang="en-US" sz="2000" dirty="0"/>
              <a:t>Date: 1/5/2025</a:t>
            </a:r>
          </a:p>
        </p:txBody>
      </p:sp>
    </p:spTree>
    <p:extLst>
      <p:ext uri="{BB962C8B-B14F-4D97-AF65-F5344CB8AC3E}">
        <p14:creationId xmlns:p14="http://schemas.microsoft.com/office/powerpoint/2010/main" val="3302166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6BDDF-A753-9E04-6D7E-F975A67A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anchor="b">
            <a:normAutofit/>
          </a:bodyPr>
          <a:lstStyle/>
          <a:p>
            <a:r>
              <a:rPr lang="en-US" dirty="0"/>
              <a:t>What is the Twin Health App?	</a:t>
            </a:r>
          </a:p>
        </p:txBody>
      </p:sp>
      <p:pic>
        <p:nvPicPr>
          <p:cNvPr id="5" name="Picture 4" descr="Blue scheduled pillbox">
            <a:extLst>
              <a:ext uri="{FF2B5EF4-FFF2-40B4-BE49-F238E27FC236}">
                <a16:creationId xmlns:a16="http://schemas.microsoft.com/office/drawing/2014/main" id="{3F2CC81F-2AC6-B0DA-6E7E-6825446D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0" r="18776" b="-1"/>
          <a:stretch>
            <a:fillRect/>
          </a:stretch>
        </p:blipFill>
        <p:spPr>
          <a:xfrm>
            <a:off x="20" y="10"/>
            <a:ext cx="7723393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4EF3B-06F4-5654-3BC3-920BD5976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20" y="3412998"/>
            <a:ext cx="3212502" cy="27673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It is an app that helps people with Type 2 diabetes, obesity, and hypertension. </a:t>
            </a:r>
          </a:p>
          <a:p>
            <a:pPr>
              <a:lnSpc>
                <a:spcPct val="110000"/>
              </a:lnSpc>
            </a:pPr>
            <a:r>
              <a:rPr lang="en-US" sz="1500"/>
              <a:t>It provides daily guidance, personalized nutrition plans, and continuous care team access. </a:t>
            </a:r>
          </a:p>
          <a:p>
            <a:pPr>
              <a:lnSpc>
                <a:spcPct val="110000"/>
              </a:lnSpc>
            </a:pPr>
            <a:r>
              <a:rPr lang="en-US" sz="1500"/>
              <a:t>It has integrated health data insights. </a:t>
            </a:r>
          </a:p>
        </p:txBody>
      </p:sp>
    </p:spTree>
    <p:extLst>
      <p:ext uri="{BB962C8B-B14F-4D97-AF65-F5344CB8AC3E}">
        <p14:creationId xmlns:p14="http://schemas.microsoft.com/office/powerpoint/2010/main" val="123039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486CD-CF09-8D1C-2FFD-3B44CD358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What made you decide to use the Twin Health app?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8CF8C5-2FAE-B0DF-9041-42B371D8E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385030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750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E6372-12DD-437C-6EBB-CDC37DBD6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What user personas did Twin Health likely focus 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65CF2F-E01E-07ED-4E27-1C486E73DC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53329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962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EB7BA-2581-430D-6991-914B4CC7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What research interview questions should have been asked?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6C187C-3A62-8326-E6E7-13B53E651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187281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832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ABF8-D3C4-7C79-F99B-59259871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8A53-3755-A8D1-9154-94D3A2D61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Twin Health. (n.d.). </a:t>
            </a:r>
            <a:r>
              <a:rPr lang="en-US" i="1" dirty="0"/>
              <a:t>Twin Health: Whole body digital twin for metabolic disease reversal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https://www.twinhealth.com</a:t>
            </a:r>
            <a:endParaRPr lang="en-US" dirty="0"/>
          </a:p>
          <a:p>
            <a:r>
              <a:rPr lang="en-US" dirty="0"/>
              <a:t>Rogers, Y., Sharp, H., &amp; Preece, J. (2019). </a:t>
            </a:r>
            <a:r>
              <a:rPr lang="en-US" i="1" dirty="0"/>
              <a:t>Interaction design: Beyond human–computer interaction</a:t>
            </a:r>
            <a:r>
              <a:rPr lang="en-US" dirty="0"/>
              <a:t> (5th ed.). Wiley.</a:t>
            </a:r>
          </a:p>
          <a:p>
            <a:r>
              <a:rPr lang="en-US" dirty="0" err="1"/>
              <a:t>Marcilly</a:t>
            </a:r>
            <a:r>
              <a:rPr lang="en-US" dirty="0"/>
              <a:t>, R., </a:t>
            </a:r>
            <a:r>
              <a:rPr lang="en-US" dirty="0" err="1"/>
              <a:t>Peute</a:t>
            </a:r>
            <a:r>
              <a:rPr lang="en-US" dirty="0"/>
              <a:t>, L., &amp; </a:t>
            </a:r>
            <a:r>
              <a:rPr lang="en-US" dirty="0" err="1"/>
              <a:t>Beuscart</a:t>
            </a:r>
            <a:r>
              <a:rPr lang="en-US" dirty="0"/>
              <a:t>-Zéphir, M. C. (2016). From usability engineering to evidence‑based usability in health IT. </a:t>
            </a:r>
            <a:r>
              <a:rPr lang="en-US" i="1" dirty="0"/>
              <a:t>Studies in Health Technology and Informatics, 222</a:t>
            </a:r>
            <a:r>
              <a:rPr lang="en-US" dirty="0"/>
              <a:t>, 126–138.</a:t>
            </a:r>
          </a:p>
          <a:p>
            <a:r>
              <a:rPr lang="en-US" dirty="0"/>
              <a:t>Krick, T., Huter, K., Domhoff, D., Schmidt, A., </a:t>
            </a:r>
            <a:r>
              <a:rPr lang="en-US" dirty="0" err="1"/>
              <a:t>Rothgang</a:t>
            </a:r>
            <a:r>
              <a:rPr lang="en-US" dirty="0"/>
              <a:t>, H., &amp; Wolf-Ostermann, K. (2019). Digital technology adoption in healthcare: A systematic review. </a:t>
            </a:r>
            <a:r>
              <a:rPr lang="en-US" i="1" dirty="0"/>
              <a:t>BMC Health Services Research, 19</a:t>
            </a:r>
            <a:r>
              <a:rPr lang="en-US" dirty="0"/>
              <a:t>(1), 1–14.</a:t>
            </a:r>
          </a:p>
        </p:txBody>
      </p:sp>
    </p:spTree>
    <p:extLst>
      <p:ext uri="{BB962C8B-B14F-4D97-AF65-F5344CB8AC3E}">
        <p14:creationId xmlns:p14="http://schemas.microsoft.com/office/powerpoint/2010/main" val="323692258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468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Twin Health App: User Decision, Personas, and Research Improvements</vt:lpstr>
      <vt:lpstr>What is the Twin Health App? </vt:lpstr>
      <vt:lpstr>What made you decide to use the Twin Health app?</vt:lpstr>
      <vt:lpstr>What user personas did Twin Health likely focus on?</vt:lpstr>
      <vt:lpstr>What research interview questions should have been asked?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VB-Zimmerman-Gibson, Joshua (Virginia Beach)</dc:creator>
  <cp:lastModifiedBy>VB-Zimmerman-Gibson, Joshua (Virginia Beach)</cp:lastModifiedBy>
  <cp:revision>1</cp:revision>
  <cp:lastPrinted>2026-01-06T00:14:24Z</cp:lastPrinted>
  <dcterms:created xsi:type="dcterms:W3CDTF">2026-01-06T00:10:04Z</dcterms:created>
  <dcterms:modified xsi:type="dcterms:W3CDTF">2026-01-06T00:19:58Z</dcterms:modified>
</cp:coreProperties>
</file>