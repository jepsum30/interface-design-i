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0C82B8-D477-487B-9509-4F7BFE9D5721}" v="3" dt="2026-01-04T14:48:51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B-Zimmerman-Gibson, Joshua (Virginia Beach)" userId="d08658ba-7f2c-4f82-b12e-30c210e6c7f4" providerId="ADAL" clId="{D67BFBC1-E757-405E-A18C-EE2F03D0AB5C}"/>
    <pc:docChg chg="custSel modSld">
      <pc:chgData name="VB-Zimmerman-Gibson, Joshua (Virginia Beach)" userId="d08658ba-7f2c-4f82-b12e-30c210e6c7f4" providerId="ADAL" clId="{D67BFBC1-E757-405E-A18C-EE2F03D0AB5C}" dt="2026-01-04T14:50:29.063" v="55" actId="26606"/>
      <pc:docMkLst>
        <pc:docMk/>
      </pc:docMkLst>
      <pc:sldChg chg="addSp modSp mod setBg addAnim">
        <pc:chgData name="VB-Zimmerman-Gibson, Joshua (Virginia Beach)" userId="d08658ba-7f2c-4f82-b12e-30c210e6c7f4" providerId="ADAL" clId="{D67BFBC1-E757-405E-A18C-EE2F03D0AB5C}" dt="2026-01-04T14:46:25.777" v="3"/>
        <pc:sldMkLst>
          <pc:docMk/>
          <pc:sldMk cId="0" sldId="256"/>
        </pc:sldMkLst>
        <pc:spChg chg="mod">
          <ac:chgData name="VB-Zimmerman-Gibson, Joshua (Virginia Beach)" userId="d08658ba-7f2c-4f82-b12e-30c210e6c7f4" providerId="ADAL" clId="{D67BFBC1-E757-405E-A18C-EE2F03D0AB5C}" dt="2026-01-04T14:46:25.773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VB-Zimmerman-Gibson, Joshua (Virginia Beach)" userId="d08658ba-7f2c-4f82-b12e-30c210e6c7f4" providerId="ADAL" clId="{D67BFBC1-E757-405E-A18C-EE2F03D0AB5C}" dt="2026-01-04T14:46:25.773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VB-Zimmerman-Gibson, Joshua (Virginia Beach)" userId="d08658ba-7f2c-4f82-b12e-30c210e6c7f4" providerId="ADAL" clId="{D67BFBC1-E757-405E-A18C-EE2F03D0AB5C}" dt="2026-01-04T14:46:25.773" v="0" actId="26606"/>
          <ac:spMkLst>
            <pc:docMk/>
            <pc:sldMk cId="0" sldId="256"/>
            <ac:spMk id="10" creationId="{A3363022-C969-41E9-8EB2-E4C94908C1FA}"/>
          </ac:spMkLst>
        </pc:spChg>
        <pc:spChg chg="add">
          <ac:chgData name="VB-Zimmerman-Gibson, Joshua (Virginia Beach)" userId="d08658ba-7f2c-4f82-b12e-30c210e6c7f4" providerId="ADAL" clId="{D67BFBC1-E757-405E-A18C-EE2F03D0AB5C}" dt="2026-01-04T14:46:25.773" v="0" actId="26606"/>
          <ac:spMkLst>
            <pc:docMk/>
            <pc:sldMk cId="0" sldId="256"/>
            <ac:spMk id="12" creationId="{8D1AD6B3-BE88-4CEB-BA17-790657CC4729}"/>
          </ac:spMkLst>
        </pc:spChg>
        <pc:grpChg chg="add">
          <ac:chgData name="VB-Zimmerman-Gibson, Joshua (Virginia Beach)" userId="d08658ba-7f2c-4f82-b12e-30c210e6c7f4" providerId="ADAL" clId="{D67BFBC1-E757-405E-A18C-EE2F03D0AB5C}" dt="2026-01-04T14:46:25.773" v="0" actId="26606"/>
          <ac:grpSpMkLst>
            <pc:docMk/>
            <pc:sldMk cId="0" sldId="256"/>
            <ac:grpSpMk id="14" creationId="{89D1390B-7E13-4B4F-9CB2-391063412E54}"/>
          </ac:grpSpMkLst>
        </pc:grpChg>
        <pc:picChg chg="add">
          <ac:chgData name="VB-Zimmerman-Gibson, Joshua (Virginia Beach)" userId="d08658ba-7f2c-4f82-b12e-30c210e6c7f4" providerId="ADAL" clId="{D67BFBC1-E757-405E-A18C-EE2F03D0AB5C}" dt="2026-01-04T14:46:25.773" v="0" actId="26606"/>
          <ac:picMkLst>
            <pc:docMk/>
            <pc:sldMk cId="0" sldId="256"/>
            <ac:picMk id="7" creationId="{0AE262BA-190A-1970-41FE-9C87F79F3C5E}"/>
          </ac:picMkLst>
        </pc:picChg>
      </pc:sldChg>
      <pc:sldChg chg="addSp modSp mod setBg">
        <pc:chgData name="VB-Zimmerman-Gibson, Joshua (Virginia Beach)" userId="d08658ba-7f2c-4f82-b12e-30c210e6c7f4" providerId="ADAL" clId="{D67BFBC1-E757-405E-A18C-EE2F03D0AB5C}" dt="2026-01-04T14:46:37.151" v="6" actId="5793"/>
        <pc:sldMkLst>
          <pc:docMk/>
          <pc:sldMk cId="0" sldId="257"/>
        </pc:sldMkLst>
        <pc:spChg chg="mod">
          <ac:chgData name="VB-Zimmerman-Gibson, Joshua (Virginia Beach)" userId="d08658ba-7f2c-4f82-b12e-30c210e6c7f4" providerId="ADAL" clId="{D67BFBC1-E757-405E-A18C-EE2F03D0AB5C}" dt="2026-01-04T14:46:30.882" v="4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VB-Zimmerman-Gibson, Joshua (Virginia Beach)" userId="d08658ba-7f2c-4f82-b12e-30c210e6c7f4" providerId="ADAL" clId="{D67BFBC1-E757-405E-A18C-EE2F03D0AB5C}" dt="2026-01-04T14:46:37.151" v="6" actId="5793"/>
          <ac:spMkLst>
            <pc:docMk/>
            <pc:sldMk cId="0" sldId="257"/>
            <ac:spMk id="3" creationId="{00000000-0000-0000-0000-000000000000}"/>
          </ac:spMkLst>
        </pc:spChg>
        <pc:spChg chg="add">
          <ac:chgData name="VB-Zimmerman-Gibson, Joshua (Virginia Beach)" userId="d08658ba-7f2c-4f82-b12e-30c210e6c7f4" providerId="ADAL" clId="{D67BFBC1-E757-405E-A18C-EE2F03D0AB5C}" dt="2026-01-04T14:46:30.882" v="4" actId="26606"/>
          <ac:spMkLst>
            <pc:docMk/>
            <pc:sldMk cId="0" sldId="257"/>
            <ac:spMk id="9" creationId="{C0763A76-9F1C-4FC5-82B7-DD475DA461B2}"/>
          </ac:spMkLst>
        </pc:spChg>
        <pc:spChg chg="add">
          <ac:chgData name="VB-Zimmerman-Gibson, Joshua (Virginia Beach)" userId="d08658ba-7f2c-4f82-b12e-30c210e6c7f4" providerId="ADAL" clId="{D67BFBC1-E757-405E-A18C-EE2F03D0AB5C}" dt="2026-01-04T14:46:30.882" v="4" actId="26606"/>
          <ac:spMkLst>
            <pc:docMk/>
            <pc:sldMk cId="0" sldId="257"/>
            <ac:spMk id="11" creationId="{E81BF4F6-F2CF-4984-9D14-D6966D92F99F}"/>
          </ac:spMkLst>
        </pc:spChg>
        <pc:picChg chg="add">
          <ac:chgData name="VB-Zimmerman-Gibson, Joshua (Virginia Beach)" userId="d08658ba-7f2c-4f82-b12e-30c210e6c7f4" providerId="ADAL" clId="{D67BFBC1-E757-405E-A18C-EE2F03D0AB5C}" dt="2026-01-04T14:46:30.882" v="4" actId="26606"/>
          <ac:picMkLst>
            <pc:docMk/>
            <pc:sldMk cId="0" sldId="257"/>
            <ac:picMk id="5" creationId="{B1F2731F-82B3-BC04-840F-7D97CC6E1D9D}"/>
          </ac:picMkLst>
        </pc:picChg>
      </pc:sldChg>
      <pc:sldChg chg="addSp modSp mod setBg">
        <pc:chgData name="VB-Zimmerman-Gibson, Joshua (Virginia Beach)" userId="d08658ba-7f2c-4f82-b12e-30c210e6c7f4" providerId="ADAL" clId="{D67BFBC1-E757-405E-A18C-EE2F03D0AB5C}" dt="2026-01-04T14:46:58.383" v="10" actId="26606"/>
        <pc:sldMkLst>
          <pc:docMk/>
          <pc:sldMk cId="0" sldId="258"/>
        </pc:sldMkLst>
        <pc:spChg chg="mod">
          <ac:chgData name="VB-Zimmerman-Gibson, Joshua (Virginia Beach)" userId="d08658ba-7f2c-4f82-b12e-30c210e6c7f4" providerId="ADAL" clId="{D67BFBC1-E757-405E-A18C-EE2F03D0AB5C}" dt="2026-01-04T14:46:58.383" v="10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VB-Zimmerman-Gibson, Joshua (Virginia Beach)" userId="d08658ba-7f2c-4f82-b12e-30c210e6c7f4" providerId="ADAL" clId="{D67BFBC1-E757-405E-A18C-EE2F03D0AB5C}" dt="2026-01-04T14:46:58.383" v="10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VB-Zimmerman-Gibson, Joshua (Virginia Beach)" userId="d08658ba-7f2c-4f82-b12e-30c210e6c7f4" providerId="ADAL" clId="{D67BFBC1-E757-405E-A18C-EE2F03D0AB5C}" dt="2026-01-04T14:46:58.383" v="10" actId="26606"/>
          <ac:spMkLst>
            <pc:docMk/>
            <pc:sldMk cId="0" sldId="258"/>
            <ac:spMk id="9" creationId="{C0763A76-9F1C-4FC5-82B7-DD475DA461B2}"/>
          </ac:spMkLst>
        </pc:spChg>
        <pc:spChg chg="add">
          <ac:chgData name="VB-Zimmerman-Gibson, Joshua (Virginia Beach)" userId="d08658ba-7f2c-4f82-b12e-30c210e6c7f4" providerId="ADAL" clId="{D67BFBC1-E757-405E-A18C-EE2F03D0AB5C}" dt="2026-01-04T14:46:58.383" v="10" actId="26606"/>
          <ac:spMkLst>
            <pc:docMk/>
            <pc:sldMk cId="0" sldId="258"/>
            <ac:spMk id="11" creationId="{E81BF4F6-F2CF-4984-9D14-D6966D92F99F}"/>
          </ac:spMkLst>
        </pc:spChg>
        <pc:picChg chg="add">
          <ac:chgData name="VB-Zimmerman-Gibson, Joshua (Virginia Beach)" userId="d08658ba-7f2c-4f82-b12e-30c210e6c7f4" providerId="ADAL" clId="{D67BFBC1-E757-405E-A18C-EE2F03D0AB5C}" dt="2026-01-04T14:46:58.383" v="10" actId="26606"/>
          <ac:picMkLst>
            <pc:docMk/>
            <pc:sldMk cId="0" sldId="258"/>
            <ac:picMk id="5" creationId="{D33EC979-4CC2-A5D5-5F28-C62038E4E283}"/>
          </ac:picMkLst>
        </pc:picChg>
      </pc:sldChg>
      <pc:sldChg chg="addSp delSp modSp mod setBg">
        <pc:chgData name="VB-Zimmerman-Gibson, Joshua (Virginia Beach)" userId="d08658ba-7f2c-4f82-b12e-30c210e6c7f4" providerId="ADAL" clId="{D67BFBC1-E757-405E-A18C-EE2F03D0AB5C}" dt="2026-01-04T14:48:51.107" v="41" actId="962"/>
        <pc:sldMkLst>
          <pc:docMk/>
          <pc:sldMk cId="0" sldId="259"/>
        </pc:sldMkLst>
        <pc:spChg chg="mod">
          <ac:chgData name="VB-Zimmerman-Gibson, Joshua (Virginia Beach)" userId="d08658ba-7f2c-4f82-b12e-30c210e6c7f4" providerId="ADAL" clId="{D67BFBC1-E757-405E-A18C-EE2F03D0AB5C}" dt="2026-01-04T14:48:25.973" v="39" actId="2660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VB-Zimmerman-Gibson, Joshua (Virginia Beach)" userId="d08658ba-7f2c-4f82-b12e-30c210e6c7f4" providerId="ADAL" clId="{D67BFBC1-E757-405E-A18C-EE2F03D0AB5C}" dt="2026-01-04T14:48:25.973" v="39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VB-Zimmerman-Gibson, Joshua (Virginia Beach)" userId="d08658ba-7f2c-4f82-b12e-30c210e6c7f4" providerId="ADAL" clId="{D67BFBC1-E757-405E-A18C-EE2F03D0AB5C}" dt="2026-01-04T14:48:25.973" v="39" actId="26606"/>
          <ac:spMkLst>
            <pc:docMk/>
            <pc:sldMk cId="0" sldId="259"/>
            <ac:spMk id="10" creationId="{D93394DA-E684-47C2-9020-13225823F40A}"/>
          </ac:spMkLst>
        </pc:spChg>
        <pc:graphicFrameChg chg="add mod">
          <ac:chgData name="VB-Zimmerman-Gibson, Joshua (Virginia Beach)" userId="d08658ba-7f2c-4f82-b12e-30c210e6c7f4" providerId="ADAL" clId="{D67BFBC1-E757-405E-A18C-EE2F03D0AB5C}" dt="2026-01-04T14:48:51.107" v="41" actId="962"/>
          <ac:graphicFrameMkLst>
            <pc:docMk/>
            <pc:sldMk cId="0" sldId="259"/>
            <ac:graphicFrameMk id="5" creationId="{96542B99-C962-4CF9-B05B-02CAEE0FB981}"/>
          </ac:graphicFrameMkLst>
        </pc:graphicFrameChg>
        <pc:picChg chg="add mod">
          <ac:chgData name="VB-Zimmerman-Gibson, Joshua (Virginia Beach)" userId="d08658ba-7f2c-4f82-b12e-30c210e6c7f4" providerId="ADAL" clId="{D67BFBC1-E757-405E-A18C-EE2F03D0AB5C}" dt="2026-01-04T14:48:51.107" v="40" actId="27614"/>
          <ac:picMkLst>
            <pc:docMk/>
            <pc:sldMk cId="0" sldId="259"/>
            <ac:picMk id="6" creationId="{292AA2F4-21B3-EE80-4130-7EF44EA0FD9E}"/>
          </ac:picMkLst>
        </pc:picChg>
      </pc:sldChg>
      <pc:sldChg chg="addSp delSp modSp mod setBg">
        <pc:chgData name="VB-Zimmerman-Gibson, Joshua (Virginia Beach)" userId="d08658ba-7f2c-4f82-b12e-30c210e6c7f4" providerId="ADAL" clId="{D67BFBC1-E757-405E-A18C-EE2F03D0AB5C}" dt="2026-01-04T14:49:11.375" v="46" actId="26606"/>
        <pc:sldMkLst>
          <pc:docMk/>
          <pc:sldMk cId="0" sldId="260"/>
        </pc:sldMkLst>
        <pc:spChg chg="mod">
          <ac:chgData name="VB-Zimmerman-Gibson, Joshua (Virginia Beach)" userId="d08658ba-7f2c-4f82-b12e-30c210e6c7f4" providerId="ADAL" clId="{D67BFBC1-E757-405E-A18C-EE2F03D0AB5C}" dt="2026-01-04T14:49:11.375" v="46" actId="26606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VB-Zimmerman-Gibson, Joshua (Virginia Beach)" userId="d08658ba-7f2c-4f82-b12e-30c210e6c7f4" providerId="ADAL" clId="{D67BFBC1-E757-405E-A18C-EE2F03D0AB5C}" dt="2026-01-04T14:49:11.375" v="46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VB-Zimmerman-Gibson, Joshua (Virginia Beach)" userId="d08658ba-7f2c-4f82-b12e-30c210e6c7f4" providerId="ADAL" clId="{D67BFBC1-E757-405E-A18C-EE2F03D0AB5C}" dt="2026-01-04T14:49:11.375" v="46" actId="26606"/>
          <ac:spMkLst>
            <pc:docMk/>
            <pc:sldMk cId="0" sldId="260"/>
            <ac:spMk id="10" creationId="{D93394DA-E684-47C2-9020-13225823F40A}"/>
          </ac:spMkLst>
        </pc:spChg>
        <pc:graphicFrameChg chg="add">
          <ac:chgData name="VB-Zimmerman-Gibson, Joshua (Virginia Beach)" userId="d08658ba-7f2c-4f82-b12e-30c210e6c7f4" providerId="ADAL" clId="{D67BFBC1-E757-405E-A18C-EE2F03D0AB5C}" dt="2026-01-04T14:49:11.375" v="46" actId="26606"/>
          <ac:graphicFrameMkLst>
            <pc:docMk/>
            <pc:sldMk cId="0" sldId="260"/>
            <ac:graphicFrameMk id="5" creationId="{8265A68A-CAAE-FCD7-1D7E-B64F114D7D4D}"/>
          </ac:graphicFrameMkLst>
        </pc:graphicFrameChg>
        <pc:picChg chg="add">
          <ac:chgData name="VB-Zimmerman-Gibson, Joshua (Virginia Beach)" userId="d08658ba-7f2c-4f82-b12e-30c210e6c7f4" providerId="ADAL" clId="{D67BFBC1-E757-405E-A18C-EE2F03D0AB5C}" dt="2026-01-04T14:49:11.375" v="46" actId="26606"/>
          <ac:picMkLst>
            <pc:docMk/>
            <pc:sldMk cId="0" sldId="260"/>
            <ac:picMk id="6" creationId="{0B3BA2A0-375F-79E0-C510-3845068A27A2}"/>
          </ac:picMkLst>
        </pc:picChg>
      </pc:sldChg>
      <pc:sldChg chg="addSp delSp modSp mod setBg">
        <pc:chgData name="VB-Zimmerman-Gibson, Joshua (Virginia Beach)" userId="d08658ba-7f2c-4f82-b12e-30c210e6c7f4" providerId="ADAL" clId="{D67BFBC1-E757-405E-A18C-EE2F03D0AB5C}" dt="2026-01-04T14:49:49.217" v="52" actId="26606"/>
        <pc:sldMkLst>
          <pc:docMk/>
          <pc:sldMk cId="0" sldId="261"/>
        </pc:sldMkLst>
        <pc:spChg chg="mod">
          <ac:chgData name="VB-Zimmerman-Gibson, Joshua (Virginia Beach)" userId="d08658ba-7f2c-4f82-b12e-30c210e6c7f4" providerId="ADAL" clId="{D67BFBC1-E757-405E-A18C-EE2F03D0AB5C}" dt="2026-01-04T14:49:49.217" v="52" actId="26606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VB-Zimmerman-Gibson, Joshua (Virginia Beach)" userId="d08658ba-7f2c-4f82-b12e-30c210e6c7f4" providerId="ADAL" clId="{D67BFBC1-E757-405E-A18C-EE2F03D0AB5C}" dt="2026-01-04T14:49:49.217" v="52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VB-Zimmerman-Gibson, Joshua (Virginia Beach)" userId="d08658ba-7f2c-4f82-b12e-30c210e6c7f4" providerId="ADAL" clId="{D67BFBC1-E757-405E-A18C-EE2F03D0AB5C}" dt="2026-01-04T14:49:49.217" v="52" actId="26606"/>
          <ac:spMkLst>
            <pc:docMk/>
            <pc:sldMk cId="0" sldId="261"/>
            <ac:spMk id="10" creationId="{D93394DA-E684-47C2-9020-13225823F40A}"/>
          </ac:spMkLst>
        </pc:spChg>
        <pc:graphicFrameChg chg="add">
          <ac:chgData name="VB-Zimmerman-Gibson, Joshua (Virginia Beach)" userId="d08658ba-7f2c-4f82-b12e-30c210e6c7f4" providerId="ADAL" clId="{D67BFBC1-E757-405E-A18C-EE2F03D0AB5C}" dt="2026-01-04T14:49:49.217" v="52" actId="26606"/>
          <ac:graphicFrameMkLst>
            <pc:docMk/>
            <pc:sldMk cId="0" sldId="261"/>
            <ac:graphicFrameMk id="5" creationId="{E1E812E5-B5B2-C930-C986-618407B3BD35}"/>
          </ac:graphicFrameMkLst>
        </pc:graphicFrameChg>
        <pc:picChg chg="add">
          <ac:chgData name="VB-Zimmerman-Gibson, Joshua (Virginia Beach)" userId="d08658ba-7f2c-4f82-b12e-30c210e6c7f4" providerId="ADAL" clId="{D67BFBC1-E757-405E-A18C-EE2F03D0AB5C}" dt="2026-01-04T14:49:49.217" v="52" actId="26606"/>
          <ac:picMkLst>
            <pc:docMk/>
            <pc:sldMk cId="0" sldId="261"/>
            <ac:picMk id="6" creationId="{808B4FA7-6BF4-E0C6-A354-9F5B24A6F993}"/>
          </ac:picMkLst>
        </pc:picChg>
      </pc:sldChg>
      <pc:sldChg chg="addSp delSp modSp mod setBg">
        <pc:chgData name="VB-Zimmerman-Gibson, Joshua (Virginia Beach)" userId="d08658ba-7f2c-4f82-b12e-30c210e6c7f4" providerId="ADAL" clId="{D67BFBC1-E757-405E-A18C-EE2F03D0AB5C}" dt="2026-01-04T14:50:29.063" v="55" actId="26606"/>
        <pc:sldMkLst>
          <pc:docMk/>
          <pc:sldMk cId="0" sldId="262"/>
        </pc:sldMkLst>
        <pc:spChg chg="mod">
          <ac:chgData name="VB-Zimmerman-Gibson, Joshua (Virginia Beach)" userId="d08658ba-7f2c-4f82-b12e-30c210e6c7f4" providerId="ADAL" clId="{D67BFBC1-E757-405E-A18C-EE2F03D0AB5C}" dt="2026-01-04T14:50:29.063" v="55" actId="2660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VB-Zimmerman-Gibson, Joshua (Virginia Beach)" userId="d08658ba-7f2c-4f82-b12e-30c210e6c7f4" providerId="ADAL" clId="{D67BFBC1-E757-405E-A18C-EE2F03D0AB5C}" dt="2026-01-04T14:50:29.063" v="55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VB-Zimmerman-Gibson, Joshua (Virginia Beach)" userId="d08658ba-7f2c-4f82-b12e-30c210e6c7f4" providerId="ADAL" clId="{D67BFBC1-E757-405E-A18C-EE2F03D0AB5C}" dt="2026-01-04T14:50:29.063" v="55" actId="26606"/>
          <ac:spMkLst>
            <pc:docMk/>
            <pc:sldMk cId="0" sldId="262"/>
            <ac:spMk id="10" creationId="{D93394DA-E684-47C2-9020-13225823F40A}"/>
          </ac:spMkLst>
        </pc:spChg>
        <pc:graphicFrameChg chg="add">
          <ac:chgData name="VB-Zimmerman-Gibson, Joshua (Virginia Beach)" userId="d08658ba-7f2c-4f82-b12e-30c210e6c7f4" providerId="ADAL" clId="{D67BFBC1-E757-405E-A18C-EE2F03D0AB5C}" dt="2026-01-04T14:50:29.063" v="55" actId="26606"/>
          <ac:graphicFrameMkLst>
            <pc:docMk/>
            <pc:sldMk cId="0" sldId="262"/>
            <ac:graphicFrameMk id="5" creationId="{71B27A15-7B6B-F73F-AC68-BCA88C7B9034}"/>
          </ac:graphicFrameMkLst>
        </pc:graphicFrameChg>
        <pc:picChg chg="add">
          <ac:chgData name="VB-Zimmerman-Gibson, Joshua (Virginia Beach)" userId="d08658ba-7f2c-4f82-b12e-30c210e6c7f4" providerId="ADAL" clId="{D67BFBC1-E757-405E-A18C-EE2F03D0AB5C}" dt="2026-01-04T14:50:29.063" v="55" actId="26606"/>
          <ac:picMkLst>
            <pc:docMk/>
            <pc:sldMk cId="0" sldId="262"/>
            <ac:picMk id="6" creationId="{3AC49E5C-E88E-9B16-B8CE-46404C43AED9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0D1C56-ACA7-4B3B-A30F-6F388FF0854A}" type="doc">
      <dgm:prSet loTypeId="urn:microsoft.com/office/officeart/2005/8/layout/list1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DF4AA56-CB9A-431E-A945-2ACF8B70BE30}">
      <dgm:prSet/>
      <dgm:spPr/>
      <dgm:t>
        <a:bodyPr/>
        <a:lstStyle/>
        <a:p>
          <a:r>
            <a:rPr lang="en-US"/>
            <a:t>Improved Wells Fargo Mobile App</a:t>
          </a:r>
        </a:p>
      </dgm:t>
    </dgm:pt>
    <dgm:pt modelId="{B21FDB61-406E-4996-ACF6-C7A0BB923C97}" type="parTrans" cxnId="{FF7F0EC3-23DC-495F-8D74-B211E4EF96C3}">
      <dgm:prSet/>
      <dgm:spPr/>
      <dgm:t>
        <a:bodyPr/>
        <a:lstStyle/>
        <a:p>
          <a:endParaRPr lang="en-US"/>
        </a:p>
      </dgm:t>
    </dgm:pt>
    <dgm:pt modelId="{04705680-679C-4EDA-BF8C-919D60570729}" type="sibTrans" cxnId="{FF7F0EC3-23DC-495F-8D74-B211E4EF96C3}">
      <dgm:prSet/>
      <dgm:spPr/>
      <dgm:t>
        <a:bodyPr/>
        <a:lstStyle/>
        <a:p>
          <a:endParaRPr lang="en-US"/>
        </a:p>
      </dgm:t>
    </dgm:pt>
    <dgm:pt modelId="{51427669-9B9E-4BBD-9D2A-5FA9D3BFC84D}">
      <dgm:prSet/>
      <dgm:spPr/>
      <dgm:t>
        <a:bodyPr/>
        <a:lstStyle/>
        <a:p>
          <a:r>
            <a:rPr lang="en-US" baseline="0">
              <a:solidFill>
                <a:schemeClr val="tx1"/>
              </a:solidFill>
            </a:rPr>
            <a:t>• Goals:</a:t>
          </a:r>
        </a:p>
      </dgm:t>
    </dgm:pt>
    <dgm:pt modelId="{70BA44A2-EC94-4176-9E0A-C82ACD02B5D0}" type="parTrans" cxnId="{E0CD75D6-FDA3-43FA-AA9E-D9E24E3B607E}">
      <dgm:prSet/>
      <dgm:spPr/>
      <dgm:t>
        <a:bodyPr/>
        <a:lstStyle/>
        <a:p>
          <a:endParaRPr lang="en-US"/>
        </a:p>
      </dgm:t>
    </dgm:pt>
    <dgm:pt modelId="{77A3D3B4-724B-49BD-A154-9CD7E3C8390B}" type="sibTrans" cxnId="{E0CD75D6-FDA3-43FA-AA9E-D9E24E3B607E}">
      <dgm:prSet/>
      <dgm:spPr/>
      <dgm:t>
        <a:bodyPr/>
        <a:lstStyle/>
        <a:p>
          <a:endParaRPr lang="en-US"/>
        </a:p>
      </dgm:t>
    </dgm:pt>
    <dgm:pt modelId="{512F980C-2B75-4208-9F37-040E6DA0779C}">
      <dgm:prSet/>
      <dgm:spPr/>
      <dgm:t>
        <a:bodyPr/>
        <a:lstStyle/>
        <a:p>
          <a:r>
            <a:rPr lang="en-US"/>
            <a:t>- Better navigation</a:t>
          </a:r>
        </a:p>
      </dgm:t>
    </dgm:pt>
    <dgm:pt modelId="{4AC3AD4B-EF59-436C-9AD6-8AC0D87A4709}" type="parTrans" cxnId="{EF33D3D7-C035-46A3-AEE7-27F5E848C279}">
      <dgm:prSet/>
      <dgm:spPr/>
      <dgm:t>
        <a:bodyPr/>
        <a:lstStyle/>
        <a:p>
          <a:endParaRPr lang="en-US"/>
        </a:p>
      </dgm:t>
    </dgm:pt>
    <dgm:pt modelId="{1F8C832B-7418-44DD-96A3-1F65A5D673AC}" type="sibTrans" cxnId="{EF33D3D7-C035-46A3-AEE7-27F5E848C279}">
      <dgm:prSet/>
      <dgm:spPr/>
      <dgm:t>
        <a:bodyPr/>
        <a:lstStyle/>
        <a:p>
          <a:endParaRPr lang="en-US"/>
        </a:p>
      </dgm:t>
    </dgm:pt>
    <dgm:pt modelId="{BB42F2D9-0222-4617-AEC9-417CFBC49BCB}">
      <dgm:prSet/>
      <dgm:spPr/>
      <dgm:t>
        <a:bodyPr/>
        <a:lstStyle/>
        <a:p>
          <a:r>
            <a:rPr lang="en-US"/>
            <a:t>- Personalization</a:t>
          </a:r>
        </a:p>
      </dgm:t>
    </dgm:pt>
    <dgm:pt modelId="{905C1DAB-4CA5-475F-934B-8B1C31722496}" type="parTrans" cxnId="{6CC2117D-B125-4C22-8F32-BA1CE3EA1FB9}">
      <dgm:prSet/>
      <dgm:spPr/>
      <dgm:t>
        <a:bodyPr/>
        <a:lstStyle/>
        <a:p>
          <a:endParaRPr lang="en-US"/>
        </a:p>
      </dgm:t>
    </dgm:pt>
    <dgm:pt modelId="{3EB8EF04-251F-42DA-A774-FD11B10C7C78}" type="sibTrans" cxnId="{6CC2117D-B125-4C22-8F32-BA1CE3EA1FB9}">
      <dgm:prSet/>
      <dgm:spPr/>
      <dgm:t>
        <a:bodyPr/>
        <a:lstStyle/>
        <a:p>
          <a:endParaRPr lang="en-US"/>
        </a:p>
      </dgm:t>
    </dgm:pt>
    <dgm:pt modelId="{F8C2973C-7440-40C2-8AB4-61520F3E934F}">
      <dgm:prSet/>
      <dgm:spPr/>
      <dgm:t>
        <a:bodyPr/>
        <a:lstStyle/>
        <a:p>
          <a:r>
            <a:rPr lang="en-US"/>
            <a:t>- Budgeting tools</a:t>
          </a:r>
        </a:p>
      </dgm:t>
    </dgm:pt>
    <dgm:pt modelId="{4CD3E6B1-DF23-42EA-BD64-177A80F1374B}" type="parTrans" cxnId="{18DAD9E8-332D-4F86-9F51-3684EE5D2416}">
      <dgm:prSet/>
      <dgm:spPr/>
      <dgm:t>
        <a:bodyPr/>
        <a:lstStyle/>
        <a:p>
          <a:endParaRPr lang="en-US"/>
        </a:p>
      </dgm:t>
    </dgm:pt>
    <dgm:pt modelId="{05EBCB0A-3A9F-44E4-8C83-99A96404F3AF}" type="sibTrans" cxnId="{18DAD9E8-332D-4F86-9F51-3684EE5D2416}">
      <dgm:prSet/>
      <dgm:spPr/>
      <dgm:t>
        <a:bodyPr/>
        <a:lstStyle/>
        <a:p>
          <a:endParaRPr lang="en-US"/>
        </a:p>
      </dgm:t>
    </dgm:pt>
    <dgm:pt modelId="{77E6A76B-CC80-402D-A945-17F22DD47491}">
      <dgm:prSet/>
      <dgm:spPr/>
      <dgm:t>
        <a:bodyPr/>
        <a:lstStyle/>
        <a:p>
          <a:r>
            <a:rPr lang="en-US"/>
            <a:t>- Accessibility improvements</a:t>
          </a:r>
        </a:p>
      </dgm:t>
    </dgm:pt>
    <dgm:pt modelId="{F1E8B6D0-33E3-4480-A96A-000AA3A908DC}" type="parTrans" cxnId="{3C4B2FBE-5A20-4B38-9F98-A91423F8FC9D}">
      <dgm:prSet/>
      <dgm:spPr/>
      <dgm:t>
        <a:bodyPr/>
        <a:lstStyle/>
        <a:p>
          <a:endParaRPr lang="en-US"/>
        </a:p>
      </dgm:t>
    </dgm:pt>
    <dgm:pt modelId="{4C44F6F1-FDE1-4056-91D7-2ADE26B96D42}" type="sibTrans" cxnId="{3C4B2FBE-5A20-4B38-9F98-A91423F8FC9D}">
      <dgm:prSet/>
      <dgm:spPr/>
      <dgm:t>
        <a:bodyPr/>
        <a:lstStyle/>
        <a:p>
          <a:endParaRPr lang="en-US"/>
        </a:p>
      </dgm:t>
    </dgm:pt>
    <dgm:pt modelId="{01097E6D-C684-4369-BA79-FD3994AE2722}" type="pres">
      <dgm:prSet presAssocID="{C00D1C56-ACA7-4B3B-A30F-6F388FF0854A}" presName="linear" presStyleCnt="0">
        <dgm:presLayoutVars>
          <dgm:dir/>
          <dgm:animLvl val="lvl"/>
          <dgm:resizeHandles val="exact"/>
        </dgm:presLayoutVars>
      </dgm:prSet>
      <dgm:spPr/>
    </dgm:pt>
    <dgm:pt modelId="{483EDDB7-B949-44AA-B98C-43748FE1BF61}" type="pres">
      <dgm:prSet presAssocID="{DDF4AA56-CB9A-431E-A945-2ACF8B70BE30}" presName="parentLin" presStyleCnt="0"/>
      <dgm:spPr/>
    </dgm:pt>
    <dgm:pt modelId="{3F31E580-1986-4883-9983-E80F99EACDB3}" type="pres">
      <dgm:prSet presAssocID="{DDF4AA56-CB9A-431E-A945-2ACF8B70BE30}" presName="parentLeftMargin" presStyleLbl="node1" presStyleIdx="0" presStyleCnt="2"/>
      <dgm:spPr/>
    </dgm:pt>
    <dgm:pt modelId="{0BFF2746-B8A3-47A8-BEAB-38DE145C5588}" type="pres">
      <dgm:prSet presAssocID="{DDF4AA56-CB9A-431E-A945-2ACF8B70BE3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E32CD0A-AFAE-4DB9-A37C-5CFD6AE4C048}" type="pres">
      <dgm:prSet presAssocID="{DDF4AA56-CB9A-431E-A945-2ACF8B70BE30}" presName="negativeSpace" presStyleCnt="0"/>
      <dgm:spPr/>
    </dgm:pt>
    <dgm:pt modelId="{BE18149A-2E90-476F-9852-8E4A079ECA08}" type="pres">
      <dgm:prSet presAssocID="{DDF4AA56-CB9A-431E-A945-2ACF8B70BE30}" presName="childText" presStyleLbl="conFgAcc1" presStyleIdx="0" presStyleCnt="2">
        <dgm:presLayoutVars>
          <dgm:bulletEnabled val="1"/>
        </dgm:presLayoutVars>
      </dgm:prSet>
      <dgm:spPr/>
    </dgm:pt>
    <dgm:pt modelId="{F216595C-24FD-440E-AD75-7B66B192D173}" type="pres">
      <dgm:prSet presAssocID="{04705680-679C-4EDA-BF8C-919D60570729}" presName="spaceBetweenRectangles" presStyleCnt="0"/>
      <dgm:spPr/>
    </dgm:pt>
    <dgm:pt modelId="{8FBB74B3-BD88-4300-8996-EF6F78BD4A07}" type="pres">
      <dgm:prSet presAssocID="{51427669-9B9E-4BBD-9D2A-5FA9D3BFC84D}" presName="parentLin" presStyleCnt="0"/>
      <dgm:spPr/>
    </dgm:pt>
    <dgm:pt modelId="{DF785598-41BA-4F7B-9AD4-7D25B91F0BFA}" type="pres">
      <dgm:prSet presAssocID="{51427669-9B9E-4BBD-9D2A-5FA9D3BFC84D}" presName="parentLeftMargin" presStyleLbl="node1" presStyleIdx="0" presStyleCnt="2"/>
      <dgm:spPr/>
    </dgm:pt>
    <dgm:pt modelId="{7CC8576B-A3DB-4FF4-820F-5A8D4C864490}" type="pres">
      <dgm:prSet presAssocID="{51427669-9B9E-4BBD-9D2A-5FA9D3BFC84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26FC710-A901-42C5-84ED-A07B495EBACF}" type="pres">
      <dgm:prSet presAssocID="{51427669-9B9E-4BBD-9D2A-5FA9D3BFC84D}" presName="negativeSpace" presStyleCnt="0"/>
      <dgm:spPr/>
    </dgm:pt>
    <dgm:pt modelId="{9BBBFDCD-42C7-44C1-8AB4-3DA9D2E201F1}" type="pres">
      <dgm:prSet presAssocID="{51427669-9B9E-4BBD-9D2A-5FA9D3BFC84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B36DE30-E5F2-4634-A7C7-A9F79ABEE99D}" type="presOf" srcId="{F8C2973C-7440-40C2-8AB4-61520F3E934F}" destId="{9BBBFDCD-42C7-44C1-8AB4-3DA9D2E201F1}" srcOrd="0" destOrd="2" presId="urn:microsoft.com/office/officeart/2005/8/layout/list1"/>
    <dgm:cxn modelId="{9F05D83B-1A36-4C5D-A800-CECAE9933A85}" type="presOf" srcId="{BB42F2D9-0222-4617-AEC9-417CFBC49BCB}" destId="{9BBBFDCD-42C7-44C1-8AB4-3DA9D2E201F1}" srcOrd="0" destOrd="1" presId="urn:microsoft.com/office/officeart/2005/8/layout/list1"/>
    <dgm:cxn modelId="{1F52505B-E339-446A-9D85-813919EBAFE3}" type="presOf" srcId="{DDF4AA56-CB9A-431E-A945-2ACF8B70BE30}" destId="{3F31E580-1986-4883-9983-E80F99EACDB3}" srcOrd="0" destOrd="0" presId="urn:microsoft.com/office/officeart/2005/8/layout/list1"/>
    <dgm:cxn modelId="{6F6E4764-65D7-4294-AA4F-CF963737660E}" type="presOf" srcId="{77E6A76B-CC80-402D-A945-17F22DD47491}" destId="{9BBBFDCD-42C7-44C1-8AB4-3DA9D2E201F1}" srcOrd="0" destOrd="3" presId="urn:microsoft.com/office/officeart/2005/8/layout/list1"/>
    <dgm:cxn modelId="{3929EA44-43F3-4E21-BBA1-4FCB6BF8F871}" type="presOf" srcId="{512F980C-2B75-4208-9F37-040E6DA0779C}" destId="{9BBBFDCD-42C7-44C1-8AB4-3DA9D2E201F1}" srcOrd="0" destOrd="0" presId="urn:microsoft.com/office/officeart/2005/8/layout/list1"/>
    <dgm:cxn modelId="{ECEBD94A-C4BD-433D-97C9-319AA3CF7A1B}" type="presOf" srcId="{51427669-9B9E-4BBD-9D2A-5FA9D3BFC84D}" destId="{DF785598-41BA-4F7B-9AD4-7D25B91F0BFA}" srcOrd="0" destOrd="0" presId="urn:microsoft.com/office/officeart/2005/8/layout/list1"/>
    <dgm:cxn modelId="{8119A058-F508-42CF-828C-753B49FEB8EE}" type="presOf" srcId="{51427669-9B9E-4BBD-9D2A-5FA9D3BFC84D}" destId="{7CC8576B-A3DB-4FF4-820F-5A8D4C864490}" srcOrd="1" destOrd="0" presId="urn:microsoft.com/office/officeart/2005/8/layout/list1"/>
    <dgm:cxn modelId="{6CC2117D-B125-4C22-8F32-BA1CE3EA1FB9}" srcId="{51427669-9B9E-4BBD-9D2A-5FA9D3BFC84D}" destId="{BB42F2D9-0222-4617-AEC9-417CFBC49BCB}" srcOrd="1" destOrd="0" parTransId="{905C1DAB-4CA5-475F-934B-8B1C31722496}" sibTransId="{3EB8EF04-251F-42DA-A774-FD11B10C7C78}"/>
    <dgm:cxn modelId="{ECC4DA85-066A-4C37-99DA-47E87C1FB44F}" type="presOf" srcId="{DDF4AA56-CB9A-431E-A945-2ACF8B70BE30}" destId="{0BFF2746-B8A3-47A8-BEAB-38DE145C5588}" srcOrd="1" destOrd="0" presId="urn:microsoft.com/office/officeart/2005/8/layout/list1"/>
    <dgm:cxn modelId="{4DE2D789-EA09-4C23-A24E-75561A7DDC7F}" type="presOf" srcId="{C00D1C56-ACA7-4B3B-A30F-6F388FF0854A}" destId="{01097E6D-C684-4369-BA79-FD3994AE2722}" srcOrd="0" destOrd="0" presId="urn:microsoft.com/office/officeart/2005/8/layout/list1"/>
    <dgm:cxn modelId="{3C4B2FBE-5A20-4B38-9F98-A91423F8FC9D}" srcId="{51427669-9B9E-4BBD-9D2A-5FA9D3BFC84D}" destId="{77E6A76B-CC80-402D-A945-17F22DD47491}" srcOrd="3" destOrd="0" parTransId="{F1E8B6D0-33E3-4480-A96A-000AA3A908DC}" sibTransId="{4C44F6F1-FDE1-4056-91D7-2ADE26B96D42}"/>
    <dgm:cxn modelId="{FF7F0EC3-23DC-495F-8D74-B211E4EF96C3}" srcId="{C00D1C56-ACA7-4B3B-A30F-6F388FF0854A}" destId="{DDF4AA56-CB9A-431E-A945-2ACF8B70BE30}" srcOrd="0" destOrd="0" parTransId="{B21FDB61-406E-4996-ACF6-C7A0BB923C97}" sibTransId="{04705680-679C-4EDA-BF8C-919D60570729}"/>
    <dgm:cxn modelId="{E0CD75D6-FDA3-43FA-AA9E-D9E24E3B607E}" srcId="{C00D1C56-ACA7-4B3B-A30F-6F388FF0854A}" destId="{51427669-9B9E-4BBD-9D2A-5FA9D3BFC84D}" srcOrd="1" destOrd="0" parTransId="{70BA44A2-EC94-4176-9E0A-C82ACD02B5D0}" sibTransId="{77A3D3B4-724B-49BD-A154-9CD7E3C8390B}"/>
    <dgm:cxn modelId="{EF33D3D7-C035-46A3-AEE7-27F5E848C279}" srcId="{51427669-9B9E-4BBD-9D2A-5FA9D3BFC84D}" destId="{512F980C-2B75-4208-9F37-040E6DA0779C}" srcOrd="0" destOrd="0" parTransId="{4AC3AD4B-EF59-436C-9AD6-8AC0D87A4709}" sibTransId="{1F8C832B-7418-44DD-96A3-1F65A5D673AC}"/>
    <dgm:cxn modelId="{18DAD9E8-332D-4F86-9F51-3684EE5D2416}" srcId="{51427669-9B9E-4BBD-9D2A-5FA9D3BFC84D}" destId="{F8C2973C-7440-40C2-8AB4-61520F3E934F}" srcOrd="2" destOrd="0" parTransId="{4CD3E6B1-DF23-42EA-BD64-177A80F1374B}" sibTransId="{05EBCB0A-3A9F-44E4-8C83-99A96404F3AF}"/>
    <dgm:cxn modelId="{1E7F8562-D801-4450-BE3F-B90A97968011}" type="presParOf" srcId="{01097E6D-C684-4369-BA79-FD3994AE2722}" destId="{483EDDB7-B949-44AA-B98C-43748FE1BF61}" srcOrd="0" destOrd="0" presId="urn:microsoft.com/office/officeart/2005/8/layout/list1"/>
    <dgm:cxn modelId="{3B5646D3-101A-490A-830A-7680C51268EC}" type="presParOf" srcId="{483EDDB7-B949-44AA-B98C-43748FE1BF61}" destId="{3F31E580-1986-4883-9983-E80F99EACDB3}" srcOrd="0" destOrd="0" presId="urn:microsoft.com/office/officeart/2005/8/layout/list1"/>
    <dgm:cxn modelId="{82DB6283-0E25-4CEC-B55D-051C400F20E6}" type="presParOf" srcId="{483EDDB7-B949-44AA-B98C-43748FE1BF61}" destId="{0BFF2746-B8A3-47A8-BEAB-38DE145C5588}" srcOrd="1" destOrd="0" presId="urn:microsoft.com/office/officeart/2005/8/layout/list1"/>
    <dgm:cxn modelId="{F752A2A9-6F66-4193-9ED1-C30DBD1C237F}" type="presParOf" srcId="{01097E6D-C684-4369-BA79-FD3994AE2722}" destId="{FE32CD0A-AFAE-4DB9-A37C-5CFD6AE4C048}" srcOrd="1" destOrd="0" presId="urn:microsoft.com/office/officeart/2005/8/layout/list1"/>
    <dgm:cxn modelId="{57E47D9A-E262-4C5A-BDE6-81B8843DF475}" type="presParOf" srcId="{01097E6D-C684-4369-BA79-FD3994AE2722}" destId="{BE18149A-2E90-476F-9852-8E4A079ECA08}" srcOrd="2" destOrd="0" presId="urn:microsoft.com/office/officeart/2005/8/layout/list1"/>
    <dgm:cxn modelId="{347C8CD5-C45B-4C61-BE77-5AA65EECE279}" type="presParOf" srcId="{01097E6D-C684-4369-BA79-FD3994AE2722}" destId="{F216595C-24FD-440E-AD75-7B66B192D173}" srcOrd="3" destOrd="0" presId="urn:microsoft.com/office/officeart/2005/8/layout/list1"/>
    <dgm:cxn modelId="{2CCCA83A-90A5-4D2B-9C80-F767117C139C}" type="presParOf" srcId="{01097E6D-C684-4369-BA79-FD3994AE2722}" destId="{8FBB74B3-BD88-4300-8996-EF6F78BD4A07}" srcOrd="4" destOrd="0" presId="urn:microsoft.com/office/officeart/2005/8/layout/list1"/>
    <dgm:cxn modelId="{78DC794B-F536-49ED-B283-15CB9862138E}" type="presParOf" srcId="{8FBB74B3-BD88-4300-8996-EF6F78BD4A07}" destId="{DF785598-41BA-4F7B-9AD4-7D25B91F0BFA}" srcOrd="0" destOrd="0" presId="urn:microsoft.com/office/officeart/2005/8/layout/list1"/>
    <dgm:cxn modelId="{DBB96B24-90C6-4A9E-8947-FA596C8F3B3C}" type="presParOf" srcId="{8FBB74B3-BD88-4300-8996-EF6F78BD4A07}" destId="{7CC8576B-A3DB-4FF4-820F-5A8D4C864490}" srcOrd="1" destOrd="0" presId="urn:microsoft.com/office/officeart/2005/8/layout/list1"/>
    <dgm:cxn modelId="{C5EB153B-5C2A-425B-8FA4-A81ECA63213D}" type="presParOf" srcId="{01097E6D-C684-4369-BA79-FD3994AE2722}" destId="{726FC710-A901-42C5-84ED-A07B495EBACF}" srcOrd="5" destOrd="0" presId="urn:microsoft.com/office/officeart/2005/8/layout/list1"/>
    <dgm:cxn modelId="{ED344574-9C4B-447E-9D9F-215E6F36C365}" type="presParOf" srcId="{01097E6D-C684-4369-BA79-FD3994AE2722}" destId="{9BBBFDCD-42C7-44C1-8AB4-3DA9D2E201F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BB1A45-D3E4-4B10-885D-CC6E36FAE95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800653C-AB92-4B3B-BEF6-80996E1E1F1B}">
      <dgm:prSet/>
      <dgm:spPr/>
      <dgm:t>
        <a:bodyPr/>
        <a:lstStyle/>
        <a:p>
          <a:r>
            <a:rPr lang="en-US"/>
            <a:t>• Low-fidelity sketches</a:t>
          </a:r>
        </a:p>
      </dgm:t>
    </dgm:pt>
    <dgm:pt modelId="{5EB960F1-FCD0-4D84-8A24-B2E5A3CF5CED}" type="parTrans" cxnId="{3D95C1F6-C500-4F21-B831-0B696A527E5C}">
      <dgm:prSet/>
      <dgm:spPr/>
      <dgm:t>
        <a:bodyPr/>
        <a:lstStyle/>
        <a:p>
          <a:endParaRPr lang="en-US"/>
        </a:p>
      </dgm:t>
    </dgm:pt>
    <dgm:pt modelId="{C4D7AA90-FD19-425E-B51E-FED64BB742A9}" type="sibTrans" cxnId="{3D95C1F6-C500-4F21-B831-0B696A527E5C}">
      <dgm:prSet/>
      <dgm:spPr/>
      <dgm:t>
        <a:bodyPr/>
        <a:lstStyle/>
        <a:p>
          <a:endParaRPr lang="en-US"/>
        </a:p>
      </dgm:t>
    </dgm:pt>
    <dgm:pt modelId="{E4865AE5-57B1-4A9B-83A3-08555CB24EC3}">
      <dgm:prSet/>
      <dgm:spPr/>
      <dgm:t>
        <a:bodyPr/>
        <a:lstStyle/>
        <a:p>
          <a:r>
            <a:rPr lang="en-US"/>
            <a:t>• Mid-fidelity wireframes</a:t>
          </a:r>
        </a:p>
      </dgm:t>
    </dgm:pt>
    <dgm:pt modelId="{DC801128-E831-4FB6-AA8B-3A5A3C3BDE6F}" type="parTrans" cxnId="{288B1F86-273E-4303-A1EA-2E12B2378754}">
      <dgm:prSet/>
      <dgm:spPr/>
      <dgm:t>
        <a:bodyPr/>
        <a:lstStyle/>
        <a:p>
          <a:endParaRPr lang="en-US"/>
        </a:p>
      </dgm:t>
    </dgm:pt>
    <dgm:pt modelId="{01639FFC-34F3-4275-9ABF-2774BEE8078E}" type="sibTrans" cxnId="{288B1F86-273E-4303-A1EA-2E12B2378754}">
      <dgm:prSet/>
      <dgm:spPr/>
      <dgm:t>
        <a:bodyPr/>
        <a:lstStyle/>
        <a:p>
          <a:endParaRPr lang="en-US"/>
        </a:p>
      </dgm:t>
    </dgm:pt>
    <dgm:pt modelId="{C9E1F5B3-5ADB-45EC-B67C-1DF9CBF21A72}">
      <dgm:prSet/>
      <dgm:spPr/>
      <dgm:t>
        <a:bodyPr/>
        <a:lstStyle/>
        <a:p>
          <a:r>
            <a:rPr lang="en-US"/>
            <a:t>• High-fidelity interactive prototype</a:t>
          </a:r>
        </a:p>
      </dgm:t>
    </dgm:pt>
    <dgm:pt modelId="{10C45A56-0884-410C-9798-236BE4271E78}" type="parTrans" cxnId="{21155873-FBF3-40FE-91EC-EB2C4E8E9265}">
      <dgm:prSet/>
      <dgm:spPr/>
      <dgm:t>
        <a:bodyPr/>
        <a:lstStyle/>
        <a:p>
          <a:endParaRPr lang="en-US"/>
        </a:p>
      </dgm:t>
    </dgm:pt>
    <dgm:pt modelId="{87728604-D22B-446E-8A54-990B8C6DE89A}" type="sibTrans" cxnId="{21155873-FBF3-40FE-91EC-EB2C4E8E9265}">
      <dgm:prSet/>
      <dgm:spPr/>
      <dgm:t>
        <a:bodyPr/>
        <a:lstStyle/>
        <a:p>
          <a:endParaRPr lang="en-US"/>
        </a:p>
      </dgm:t>
    </dgm:pt>
    <dgm:pt modelId="{141AD11C-7E90-469B-9E4F-2FFDCFD5460D}">
      <dgm:prSet/>
      <dgm:spPr/>
      <dgm:t>
        <a:bodyPr/>
        <a:lstStyle/>
        <a:p>
          <a:r>
            <a:rPr lang="en-US"/>
            <a:t>• Functional beta version</a:t>
          </a:r>
        </a:p>
      </dgm:t>
    </dgm:pt>
    <dgm:pt modelId="{0FD17FC4-77B1-4132-8985-A95A83D11530}" type="parTrans" cxnId="{1F63A4D0-8110-4CAB-95C1-AD382947F055}">
      <dgm:prSet/>
      <dgm:spPr/>
      <dgm:t>
        <a:bodyPr/>
        <a:lstStyle/>
        <a:p>
          <a:endParaRPr lang="en-US"/>
        </a:p>
      </dgm:t>
    </dgm:pt>
    <dgm:pt modelId="{3A517B6D-A29B-4EBB-94C7-DE9EDF30EB1F}" type="sibTrans" cxnId="{1F63A4D0-8110-4CAB-95C1-AD382947F055}">
      <dgm:prSet/>
      <dgm:spPr/>
      <dgm:t>
        <a:bodyPr/>
        <a:lstStyle/>
        <a:p>
          <a:endParaRPr lang="en-US"/>
        </a:p>
      </dgm:t>
    </dgm:pt>
    <dgm:pt modelId="{CB3F02B4-0132-4C67-A7E3-F44D25BE8B07}" type="pres">
      <dgm:prSet presAssocID="{9DBB1A45-D3E4-4B10-885D-CC6E36FAE959}" presName="root" presStyleCnt="0">
        <dgm:presLayoutVars>
          <dgm:dir/>
          <dgm:resizeHandles val="exact"/>
        </dgm:presLayoutVars>
      </dgm:prSet>
      <dgm:spPr/>
    </dgm:pt>
    <dgm:pt modelId="{CB6EB938-2E7C-4848-BBB2-85EF39274A09}" type="pres">
      <dgm:prSet presAssocID="{9DBB1A45-D3E4-4B10-885D-CC6E36FAE959}" presName="container" presStyleCnt="0">
        <dgm:presLayoutVars>
          <dgm:dir/>
          <dgm:resizeHandles val="exact"/>
        </dgm:presLayoutVars>
      </dgm:prSet>
      <dgm:spPr/>
    </dgm:pt>
    <dgm:pt modelId="{C56D26B6-E2D2-4154-A31E-BBE820BADFA0}" type="pres">
      <dgm:prSet presAssocID="{B800653C-AB92-4B3B-BEF6-80996E1E1F1B}" presName="compNode" presStyleCnt="0"/>
      <dgm:spPr/>
    </dgm:pt>
    <dgm:pt modelId="{0B0E36E6-4EF5-464C-B175-58138715D2E3}" type="pres">
      <dgm:prSet presAssocID="{B800653C-AB92-4B3B-BEF6-80996E1E1F1B}" presName="iconBgRect" presStyleLbl="bgShp" presStyleIdx="0" presStyleCnt="4"/>
      <dgm:spPr/>
    </dgm:pt>
    <dgm:pt modelId="{9FC2EEE7-C8D9-4A44-9C66-C8073241CE3E}" type="pres">
      <dgm:prSet presAssocID="{B800653C-AB92-4B3B-BEF6-80996E1E1F1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9ABDB06A-455D-4B80-820A-B45E7C702F1E}" type="pres">
      <dgm:prSet presAssocID="{B800653C-AB92-4B3B-BEF6-80996E1E1F1B}" presName="spaceRect" presStyleCnt="0"/>
      <dgm:spPr/>
    </dgm:pt>
    <dgm:pt modelId="{415A0020-9E01-4CA2-9726-73714AFA0D28}" type="pres">
      <dgm:prSet presAssocID="{B800653C-AB92-4B3B-BEF6-80996E1E1F1B}" presName="textRect" presStyleLbl="revTx" presStyleIdx="0" presStyleCnt="4">
        <dgm:presLayoutVars>
          <dgm:chMax val="1"/>
          <dgm:chPref val="1"/>
        </dgm:presLayoutVars>
      </dgm:prSet>
      <dgm:spPr/>
    </dgm:pt>
    <dgm:pt modelId="{A466E88C-2812-4B4C-8127-BD7595980BC2}" type="pres">
      <dgm:prSet presAssocID="{C4D7AA90-FD19-425E-B51E-FED64BB742A9}" presName="sibTrans" presStyleLbl="sibTrans2D1" presStyleIdx="0" presStyleCnt="0"/>
      <dgm:spPr/>
    </dgm:pt>
    <dgm:pt modelId="{F24A1DD5-7E1B-446E-847E-0B272496FB19}" type="pres">
      <dgm:prSet presAssocID="{E4865AE5-57B1-4A9B-83A3-08555CB24EC3}" presName="compNode" presStyleCnt="0"/>
      <dgm:spPr/>
    </dgm:pt>
    <dgm:pt modelId="{F88A6C72-F19E-4EDD-8D08-3B67996EB188}" type="pres">
      <dgm:prSet presAssocID="{E4865AE5-57B1-4A9B-83A3-08555CB24EC3}" presName="iconBgRect" presStyleLbl="bgShp" presStyleIdx="1" presStyleCnt="4"/>
      <dgm:spPr/>
    </dgm:pt>
    <dgm:pt modelId="{EA3DFDE8-47B6-42FB-BCA2-E6512996CB62}" type="pres">
      <dgm:prSet presAssocID="{E4865AE5-57B1-4A9B-83A3-08555CB24E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ale"/>
        </a:ext>
      </dgm:extLst>
    </dgm:pt>
    <dgm:pt modelId="{43D4D6F6-B85D-4773-B327-45F3FA7F2A39}" type="pres">
      <dgm:prSet presAssocID="{E4865AE5-57B1-4A9B-83A3-08555CB24EC3}" presName="spaceRect" presStyleCnt="0"/>
      <dgm:spPr/>
    </dgm:pt>
    <dgm:pt modelId="{8089A183-43E6-4824-9294-6DB3636B0F19}" type="pres">
      <dgm:prSet presAssocID="{E4865AE5-57B1-4A9B-83A3-08555CB24EC3}" presName="textRect" presStyleLbl="revTx" presStyleIdx="1" presStyleCnt="4">
        <dgm:presLayoutVars>
          <dgm:chMax val="1"/>
          <dgm:chPref val="1"/>
        </dgm:presLayoutVars>
      </dgm:prSet>
      <dgm:spPr/>
    </dgm:pt>
    <dgm:pt modelId="{86A4DE48-4C72-4CFA-81C3-FC250158B8F9}" type="pres">
      <dgm:prSet presAssocID="{01639FFC-34F3-4275-9ABF-2774BEE8078E}" presName="sibTrans" presStyleLbl="sibTrans2D1" presStyleIdx="0" presStyleCnt="0"/>
      <dgm:spPr/>
    </dgm:pt>
    <dgm:pt modelId="{C9AE34E3-BC38-4AED-9392-772F4E098025}" type="pres">
      <dgm:prSet presAssocID="{C9E1F5B3-5ADB-45EC-B67C-1DF9CBF21A72}" presName="compNode" presStyleCnt="0"/>
      <dgm:spPr/>
    </dgm:pt>
    <dgm:pt modelId="{3C6C8B76-77EA-4C7E-A9F2-2B08EFF9BF84}" type="pres">
      <dgm:prSet presAssocID="{C9E1F5B3-5ADB-45EC-B67C-1DF9CBF21A72}" presName="iconBgRect" presStyleLbl="bgShp" presStyleIdx="2" presStyleCnt="4"/>
      <dgm:spPr/>
    </dgm:pt>
    <dgm:pt modelId="{CB138617-9DA7-49E5-A455-268C8A766489}" type="pres">
      <dgm:prSet presAssocID="{C9E1F5B3-5ADB-45EC-B67C-1DF9CBF21A7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B66BB05-BAF6-4ACE-AE8E-05CC39DED4CA}" type="pres">
      <dgm:prSet presAssocID="{C9E1F5B3-5ADB-45EC-B67C-1DF9CBF21A72}" presName="spaceRect" presStyleCnt="0"/>
      <dgm:spPr/>
    </dgm:pt>
    <dgm:pt modelId="{3D4BC795-8280-439E-AB2E-7E364770CEE0}" type="pres">
      <dgm:prSet presAssocID="{C9E1F5B3-5ADB-45EC-B67C-1DF9CBF21A72}" presName="textRect" presStyleLbl="revTx" presStyleIdx="2" presStyleCnt="4">
        <dgm:presLayoutVars>
          <dgm:chMax val="1"/>
          <dgm:chPref val="1"/>
        </dgm:presLayoutVars>
      </dgm:prSet>
      <dgm:spPr/>
    </dgm:pt>
    <dgm:pt modelId="{3DE32237-ADCB-42AB-A1A2-C0F7274B93D9}" type="pres">
      <dgm:prSet presAssocID="{87728604-D22B-446E-8A54-990B8C6DE89A}" presName="sibTrans" presStyleLbl="sibTrans2D1" presStyleIdx="0" presStyleCnt="0"/>
      <dgm:spPr/>
    </dgm:pt>
    <dgm:pt modelId="{4C784EE1-0365-45FD-A3BC-0CF25586D2AA}" type="pres">
      <dgm:prSet presAssocID="{141AD11C-7E90-469B-9E4F-2FFDCFD5460D}" presName="compNode" presStyleCnt="0"/>
      <dgm:spPr/>
    </dgm:pt>
    <dgm:pt modelId="{92086814-C2F9-4586-B250-3E43F8DD67E8}" type="pres">
      <dgm:prSet presAssocID="{141AD11C-7E90-469B-9E4F-2FFDCFD5460D}" presName="iconBgRect" presStyleLbl="bgShp" presStyleIdx="3" presStyleCnt="4"/>
      <dgm:spPr/>
    </dgm:pt>
    <dgm:pt modelId="{A0F480B5-7601-4B30-B53F-4F408A04CE8F}" type="pres">
      <dgm:prSet presAssocID="{141AD11C-7E90-469B-9E4F-2FFDCFD5460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909372B-9CD7-4F64-824C-62316C634A49}" type="pres">
      <dgm:prSet presAssocID="{141AD11C-7E90-469B-9E4F-2FFDCFD5460D}" presName="spaceRect" presStyleCnt="0"/>
      <dgm:spPr/>
    </dgm:pt>
    <dgm:pt modelId="{1E4DB08D-7716-4A2A-99D4-EDE297E0D118}" type="pres">
      <dgm:prSet presAssocID="{141AD11C-7E90-469B-9E4F-2FFDCFD5460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4DE9505-49AA-4B40-B1BC-D76A538CDDA4}" type="presOf" srcId="{C4D7AA90-FD19-425E-B51E-FED64BB742A9}" destId="{A466E88C-2812-4B4C-8127-BD7595980BC2}" srcOrd="0" destOrd="0" presId="urn:microsoft.com/office/officeart/2018/2/layout/IconCircleList"/>
    <dgm:cxn modelId="{648E2521-0454-4B57-80A0-F50582132737}" type="presOf" srcId="{87728604-D22B-446E-8A54-990B8C6DE89A}" destId="{3DE32237-ADCB-42AB-A1A2-C0F7274B93D9}" srcOrd="0" destOrd="0" presId="urn:microsoft.com/office/officeart/2018/2/layout/IconCircleList"/>
    <dgm:cxn modelId="{3377932A-45E2-40F7-A5EE-4783052250DB}" type="presOf" srcId="{E4865AE5-57B1-4A9B-83A3-08555CB24EC3}" destId="{8089A183-43E6-4824-9294-6DB3636B0F19}" srcOrd="0" destOrd="0" presId="urn:microsoft.com/office/officeart/2018/2/layout/IconCircleList"/>
    <dgm:cxn modelId="{DC1DE52A-17A5-40F5-AB32-269F3C6AFFA4}" type="presOf" srcId="{01639FFC-34F3-4275-9ABF-2774BEE8078E}" destId="{86A4DE48-4C72-4CFA-81C3-FC250158B8F9}" srcOrd="0" destOrd="0" presId="urn:microsoft.com/office/officeart/2018/2/layout/IconCircleList"/>
    <dgm:cxn modelId="{21155873-FBF3-40FE-91EC-EB2C4E8E9265}" srcId="{9DBB1A45-D3E4-4B10-885D-CC6E36FAE959}" destId="{C9E1F5B3-5ADB-45EC-B67C-1DF9CBF21A72}" srcOrd="2" destOrd="0" parTransId="{10C45A56-0884-410C-9798-236BE4271E78}" sibTransId="{87728604-D22B-446E-8A54-990B8C6DE89A}"/>
    <dgm:cxn modelId="{78EA7954-BB41-42F6-8AB8-AAFBCBF06BB2}" type="presOf" srcId="{141AD11C-7E90-469B-9E4F-2FFDCFD5460D}" destId="{1E4DB08D-7716-4A2A-99D4-EDE297E0D118}" srcOrd="0" destOrd="0" presId="urn:microsoft.com/office/officeart/2018/2/layout/IconCircleList"/>
    <dgm:cxn modelId="{288B1F86-273E-4303-A1EA-2E12B2378754}" srcId="{9DBB1A45-D3E4-4B10-885D-CC6E36FAE959}" destId="{E4865AE5-57B1-4A9B-83A3-08555CB24EC3}" srcOrd="1" destOrd="0" parTransId="{DC801128-E831-4FB6-AA8B-3A5A3C3BDE6F}" sibTransId="{01639FFC-34F3-4275-9ABF-2774BEE8078E}"/>
    <dgm:cxn modelId="{98961CAF-170D-47E8-B6BB-960A3FAA6F1F}" type="presOf" srcId="{B800653C-AB92-4B3B-BEF6-80996E1E1F1B}" destId="{415A0020-9E01-4CA2-9726-73714AFA0D28}" srcOrd="0" destOrd="0" presId="urn:microsoft.com/office/officeart/2018/2/layout/IconCircleList"/>
    <dgm:cxn modelId="{1F63A4D0-8110-4CAB-95C1-AD382947F055}" srcId="{9DBB1A45-D3E4-4B10-885D-CC6E36FAE959}" destId="{141AD11C-7E90-469B-9E4F-2FFDCFD5460D}" srcOrd="3" destOrd="0" parTransId="{0FD17FC4-77B1-4132-8985-A95A83D11530}" sibTransId="{3A517B6D-A29B-4EBB-94C7-DE9EDF30EB1F}"/>
    <dgm:cxn modelId="{038926D6-C07E-49DC-86ED-3F2CD2DDE16A}" type="presOf" srcId="{9DBB1A45-D3E4-4B10-885D-CC6E36FAE959}" destId="{CB3F02B4-0132-4C67-A7E3-F44D25BE8B07}" srcOrd="0" destOrd="0" presId="urn:microsoft.com/office/officeart/2018/2/layout/IconCircleList"/>
    <dgm:cxn modelId="{3D95C1F6-C500-4F21-B831-0B696A527E5C}" srcId="{9DBB1A45-D3E4-4B10-885D-CC6E36FAE959}" destId="{B800653C-AB92-4B3B-BEF6-80996E1E1F1B}" srcOrd="0" destOrd="0" parTransId="{5EB960F1-FCD0-4D84-8A24-B2E5A3CF5CED}" sibTransId="{C4D7AA90-FD19-425E-B51E-FED64BB742A9}"/>
    <dgm:cxn modelId="{033E21FB-EDDE-4680-932D-20A31F07ADA9}" type="presOf" srcId="{C9E1F5B3-5ADB-45EC-B67C-1DF9CBF21A72}" destId="{3D4BC795-8280-439E-AB2E-7E364770CEE0}" srcOrd="0" destOrd="0" presId="urn:microsoft.com/office/officeart/2018/2/layout/IconCircleList"/>
    <dgm:cxn modelId="{778BE787-680A-49EA-80DB-5A2F0F3756CE}" type="presParOf" srcId="{CB3F02B4-0132-4C67-A7E3-F44D25BE8B07}" destId="{CB6EB938-2E7C-4848-BBB2-85EF39274A09}" srcOrd="0" destOrd="0" presId="urn:microsoft.com/office/officeart/2018/2/layout/IconCircleList"/>
    <dgm:cxn modelId="{4856A3CB-AE7A-4AF4-AE10-7ECB0A950B59}" type="presParOf" srcId="{CB6EB938-2E7C-4848-BBB2-85EF39274A09}" destId="{C56D26B6-E2D2-4154-A31E-BBE820BADFA0}" srcOrd="0" destOrd="0" presId="urn:microsoft.com/office/officeart/2018/2/layout/IconCircleList"/>
    <dgm:cxn modelId="{46D07A5E-0EA1-4559-AF67-5AE350A5E70A}" type="presParOf" srcId="{C56D26B6-E2D2-4154-A31E-BBE820BADFA0}" destId="{0B0E36E6-4EF5-464C-B175-58138715D2E3}" srcOrd="0" destOrd="0" presId="urn:microsoft.com/office/officeart/2018/2/layout/IconCircleList"/>
    <dgm:cxn modelId="{4D4B8534-760D-4776-88FA-D90FBFB17F6E}" type="presParOf" srcId="{C56D26B6-E2D2-4154-A31E-BBE820BADFA0}" destId="{9FC2EEE7-C8D9-4A44-9C66-C8073241CE3E}" srcOrd="1" destOrd="0" presId="urn:microsoft.com/office/officeart/2018/2/layout/IconCircleList"/>
    <dgm:cxn modelId="{BCF703A7-BDD3-44AE-9FA1-42129AA94A2C}" type="presParOf" srcId="{C56D26B6-E2D2-4154-A31E-BBE820BADFA0}" destId="{9ABDB06A-455D-4B80-820A-B45E7C702F1E}" srcOrd="2" destOrd="0" presId="urn:microsoft.com/office/officeart/2018/2/layout/IconCircleList"/>
    <dgm:cxn modelId="{5DE4D99E-1D49-432A-8018-0D534C6EF639}" type="presParOf" srcId="{C56D26B6-E2D2-4154-A31E-BBE820BADFA0}" destId="{415A0020-9E01-4CA2-9726-73714AFA0D28}" srcOrd="3" destOrd="0" presId="urn:microsoft.com/office/officeart/2018/2/layout/IconCircleList"/>
    <dgm:cxn modelId="{41AEDBD5-AEC3-4249-B6D1-9F53BA9C0B90}" type="presParOf" srcId="{CB6EB938-2E7C-4848-BBB2-85EF39274A09}" destId="{A466E88C-2812-4B4C-8127-BD7595980BC2}" srcOrd="1" destOrd="0" presId="urn:microsoft.com/office/officeart/2018/2/layout/IconCircleList"/>
    <dgm:cxn modelId="{8EC53872-8130-4309-A1DD-71236D62823B}" type="presParOf" srcId="{CB6EB938-2E7C-4848-BBB2-85EF39274A09}" destId="{F24A1DD5-7E1B-446E-847E-0B272496FB19}" srcOrd="2" destOrd="0" presId="urn:microsoft.com/office/officeart/2018/2/layout/IconCircleList"/>
    <dgm:cxn modelId="{6BD8286A-A6E2-4346-AC3F-9BC47B739F73}" type="presParOf" srcId="{F24A1DD5-7E1B-446E-847E-0B272496FB19}" destId="{F88A6C72-F19E-4EDD-8D08-3B67996EB188}" srcOrd="0" destOrd="0" presId="urn:microsoft.com/office/officeart/2018/2/layout/IconCircleList"/>
    <dgm:cxn modelId="{B3523C2F-557F-4A89-8315-C6F1CF0367F5}" type="presParOf" srcId="{F24A1DD5-7E1B-446E-847E-0B272496FB19}" destId="{EA3DFDE8-47B6-42FB-BCA2-E6512996CB62}" srcOrd="1" destOrd="0" presId="urn:microsoft.com/office/officeart/2018/2/layout/IconCircleList"/>
    <dgm:cxn modelId="{E2EAE78B-F13E-47D8-93D5-0338DBAB78B7}" type="presParOf" srcId="{F24A1DD5-7E1B-446E-847E-0B272496FB19}" destId="{43D4D6F6-B85D-4773-B327-45F3FA7F2A39}" srcOrd="2" destOrd="0" presId="urn:microsoft.com/office/officeart/2018/2/layout/IconCircleList"/>
    <dgm:cxn modelId="{FBCC7608-42EE-45F5-B937-FD67A5C0C651}" type="presParOf" srcId="{F24A1DD5-7E1B-446E-847E-0B272496FB19}" destId="{8089A183-43E6-4824-9294-6DB3636B0F19}" srcOrd="3" destOrd="0" presId="urn:microsoft.com/office/officeart/2018/2/layout/IconCircleList"/>
    <dgm:cxn modelId="{F6B58013-0571-42F6-AA93-0569FB487294}" type="presParOf" srcId="{CB6EB938-2E7C-4848-BBB2-85EF39274A09}" destId="{86A4DE48-4C72-4CFA-81C3-FC250158B8F9}" srcOrd="3" destOrd="0" presId="urn:microsoft.com/office/officeart/2018/2/layout/IconCircleList"/>
    <dgm:cxn modelId="{9D4305A7-1F54-4A3B-AC40-12EE9B7D5477}" type="presParOf" srcId="{CB6EB938-2E7C-4848-BBB2-85EF39274A09}" destId="{C9AE34E3-BC38-4AED-9392-772F4E098025}" srcOrd="4" destOrd="0" presId="urn:microsoft.com/office/officeart/2018/2/layout/IconCircleList"/>
    <dgm:cxn modelId="{E76E2189-22B1-463A-8FCA-B77609E11CFB}" type="presParOf" srcId="{C9AE34E3-BC38-4AED-9392-772F4E098025}" destId="{3C6C8B76-77EA-4C7E-A9F2-2B08EFF9BF84}" srcOrd="0" destOrd="0" presId="urn:microsoft.com/office/officeart/2018/2/layout/IconCircleList"/>
    <dgm:cxn modelId="{3AF2D390-D982-4644-ACBF-AC39BB9A601C}" type="presParOf" srcId="{C9AE34E3-BC38-4AED-9392-772F4E098025}" destId="{CB138617-9DA7-49E5-A455-268C8A766489}" srcOrd="1" destOrd="0" presId="urn:microsoft.com/office/officeart/2018/2/layout/IconCircleList"/>
    <dgm:cxn modelId="{EA83F5D9-7EB5-4A67-B2F8-023CAC668668}" type="presParOf" srcId="{C9AE34E3-BC38-4AED-9392-772F4E098025}" destId="{CB66BB05-BAF6-4ACE-AE8E-05CC39DED4CA}" srcOrd="2" destOrd="0" presId="urn:microsoft.com/office/officeart/2018/2/layout/IconCircleList"/>
    <dgm:cxn modelId="{26BF66BA-4B26-4139-BBAD-7D6AA67BF5F3}" type="presParOf" srcId="{C9AE34E3-BC38-4AED-9392-772F4E098025}" destId="{3D4BC795-8280-439E-AB2E-7E364770CEE0}" srcOrd="3" destOrd="0" presId="urn:microsoft.com/office/officeart/2018/2/layout/IconCircleList"/>
    <dgm:cxn modelId="{87461965-B277-4E94-BF0C-2CC300EC5337}" type="presParOf" srcId="{CB6EB938-2E7C-4848-BBB2-85EF39274A09}" destId="{3DE32237-ADCB-42AB-A1A2-C0F7274B93D9}" srcOrd="5" destOrd="0" presId="urn:microsoft.com/office/officeart/2018/2/layout/IconCircleList"/>
    <dgm:cxn modelId="{4F70D09A-9E7E-4B30-9C1B-C57823D1DDA3}" type="presParOf" srcId="{CB6EB938-2E7C-4848-BBB2-85EF39274A09}" destId="{4C784EE1-0365-45FD-A3BC-0CF25586D2AA}" srcOrd="6" destOrd="0" presId="urn:microsoft.com/office/officeart/2018/2/layout/IconCircleList"/>
    <dgm:cxn modelId="{DEE4D7CF-8EB6-4CDD-BE0B-EA6B229B807D}" type="presParOf" srcId="{4C784EE1-0365-45FD-A3BC-0CF25586D2AA}" destId="{92086814-C2F9-4586-B250-3E43F8DD67E8}" srcOrd="0" destOrd="0" presId="urn:microsoft.com/office/officeart/2018/2/layout/IconCircleList"/>
    <dgm:cxn modelId="{267C69F6-6A38-4AED-BA13-60C5C4609C31}" type="presParOf" srcId="{4C784EE1-0365-45FD-A3BC-0CF25586D2AA}" destId="{A0F480B5-7601-4B30-B53F-4F408A04CE8F}" srcOrd="1" destOrd="0" presId="urn:microsoft.com/office/officeart/2018/2/layout/IconCircleList"/>
    <dgm:cxn modelId="{749117D9-C37E-448A-B43A-9F1B770A477F}" type="presParOf" srcId="{4C784EE1-0365-45FD-A3BC-0CF25586D2AA}" destId="{7909372B-9CD7-4F64-824C-62316C634A49}" srcOrd="2" destOrd="0" presId="urn:microsoft.com/office/officeart/2018/2/layout/IconCircleList"/>
    <dgm:cxn modelId="{FB61086E-35A5-4791-8BF1-AC037D922913}" type="presParOf" srcId="{4C784EE1-0365-45FD-A3BC-0CF25586D2AA}" destId="{1E4DB08D-7716-4A2A-99D4-EDE297E0D11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847F30-4C70-47EC-BCC1-ECBA3C274FB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FD8DFC2-70C7-4260-B707-3AAEE50D3454}">
      <dgm:prSet/>
      <dgm:spPr/>
      <dgm:t>
        <a:bodyPr/>
        <a:lstStyle/>
        <a:p>
          <a:r>
            <a:rPr lang="en-US"/>
            <a:t>• Empathy mapping</a:t>
          </a:r>
        </a:p>
      </dgm:t>
    </dgm:pt>
    <dgm:pt modelId="{01E78A93-DF19-419B-8431-78746C266ED1}" type="parTrans" cxnId="{6752E505-FEF1-4E84-A796-E9373793075F}">
      <dgm:prSet/>
      <dgm:spPr/>
      <dgm:t>
        <a:bodyPr/>
        <a:lstStyle/>
        <a:p>
          <a:endParaRPr lang="en-US"/>
        </a:p>
      </dgm:t>
    </dgm:pt>
    <dgm:pt modelId="{04F16CDF-0A8A-4F15-B486-BF34C107990D}" type="sibTrans" cxnId="{6752E505-FEF1-4E84-A796-E9373793075F}">
      <dgm:prSet/>
      <dgm:spPr/>
      <dgm:t>
        <a:bodyPr/>
        <a:lstStyle/>
        <a:p>
          <a:endParaRPr lang="en-US"/>
        </a:p>
      </dgm:t>
    </dgm:pt>
    <dgm:pt modelId="{B5EC107C-28A4-4708-8A15-55845B8A35D0}">
      <dgm:prSet/>
      <dgm:spPr/>
      <dgm:t>
        <a:bodyPr/>
        <a:lstStyle/>
        <a:p>
          <a:r>
            <a:rPr lang="en-US"/>
            <a:t>• Brainstorming (How Might We)</a:t>
          </a:r>
        </a:p>
      </dgm:t>
    </dgm:pt>
    <dgm:pt modelId="{2FBE01B9-2CF7-47F8-8BC1-84FF56AD4A48}" type="parTrans" cxnId="{65E9FED1-4BA8-40AF-A169-C549E35EC57F}">
      <dgm:prSet/>
      <dgm:spPr/>
      <dgm:t>
        <a:bodyPr/>
        <a:lstStyle/>
        <a:p>
          <a:endParaRPr lang="en-US"/>
        </a:p>
      </dgm:t>
    </dgm:pt>
    <dgm:pt modelId="{DF5AFDCA-A7B2-4F1A-8B42-28AC6ACEA2A3}" type="sibTrans" cxnId="{65E9FED1-4BA8-40AF-A169-C549E35EC57F}">
      <dgm:prSet/>
      <dgm:spPr/>
      <dgm:t>
        <a:bodyPr/>
        <a:lstStyle/>
        <a:p>
          <a:endParaRPr lang="en-US"/>
        </a:p>
      </dgm:t>
    </dgm:pt>
    <dgm:pt modelId="{F431D747-9FA7-4158-8C77-6E350588018A}">
      <dgm:prSet/>
      <dgm:spPr/>
      <dgm:t>
        <a:bodyPr/>
        <a:lstStyle/>
        <a:p>
          <a:r>
            <a:rPr lang="en-US"/>
            <a:t>• Competitive analysis</a:t>
          </a:r>
        </a:p>
      </dgm:t>
    </dgm:pt>
    <dgm:pt modelId="{0D27B957-383B-4FC0-98FD-9CABFF0265BE}" type="parTrans" cxnId="{19EA973D-3273-4F29-9CA0-195857DEA4D3}">
      <dgm:prSet/>
      <dgm:spPr/>
      <dgm:t>
        <a:bodyPr/>
        <a:lstStyle/>
        <a:p>
          <a:endParaRPr lang="en-US"/>
        </a:p>
      </dgm:t>
    </dgm:pt>
    <dgm:pt modelId="{2702CC77-5D5C-462C-B371-EEFBDC2E7475}" type="sibTrans" cxnId="{19EA973D-3273-4F29-9CA0-195857DEA4D3}">
      <dgm:prSet/>
      <dgm:spPr/>
      <dgm:t>
        <a:bodyPr/>
        <a:lstStyle/>
        <a:p>
          <a:endParaRPr lang="en-US"/>
        </a:p>
      </dgm:t>
    </dgm:pt>
    <dgm:pt modelId="{31F8928D-49F6-4AB8-A1B3-FF88A4CC5C64}">
      <dgm:prSet/>
      <dgm:spPr/>
      <dgm:t>
        <a:bodyPr/>
        <a:lstStyle/>
        <a:p>
          <a:r>
            <a:rPr lang="en-US"/>
            <a:t>• User personas</a:t>
          </a:r>
        </a:p>
      </dgm:t>
    </dgm:pt>
    <dgm:pt modelId="{C76DA7B2-A463-41AE-9ACB-D2B6D4FAB610}" type="parTrans" cxnId="{EA468CA5-6CE2-4C2C-BD76-57C7ACF38097}">
      <dgm:prSet/>
      <dgm:spPr/>
      <dgm:t>
        <a:bodyPr/>
        <a:lstStyle/>
        <a:p>
          <a:endParaRPr lang="en-US"/>
        </a:p>
      </dgm:t>
    </dgm:pt>
    <dgm:pt modelId="{6D595F1A-01FB-4630-8D91-03BBC844EFB3}" type="sibTrans" cxnId="{EA468CA5-6CE2-4C2C-BD76-57C7ACF38097}">
      <dgm:prSet/>
      <dgm:spPr/>
      <dgm:t>
        <a:bodyPr/>
        <a:lstStyle/>
        <a:p>
          <a:endParaRPr lang="en-US"/>
        </a:p>
      </dgm:t>
    </dgm:pt>
    <dgm:pt modelId="{CA0D5B2F-D786-4B18-960B-4C5C8A2294E4}">
      <dgm:prSet/>
      <dgm:spPr/>
      <dgm:t>
        <a:bodyPr/>
        <a:lstStyle/>
        <a:p>
          <a:r>
            <a:rPr lang="en-US"/>
            <a:t>• Rapid iteration</a:t>
          </a:r>
        </a:p>
      </dgm:t>
    </dgm:pt>
    <dgm:pt modelId="{449D5480-2D98-47F3-A6B3-740638F5BC3D}" type="parTrans" cxnId="{B9379524-8283-485A-83E0-96039691A668}">
      <dgm:prSet/>
      <dgm:spPr/>
      <dgm:t>
        <a:bodyPr/>
        <a:lstStyle/>
        <a:p>
          <a:endParaRPr lang="en-US"/>
        </a:p>
      </dgm:t>
    </dgm:pt>
    <dgm:pt modelId="{2BECAAD6-DDFD-49CE-8E04-A014AD829B75}" type="sibTrans" cxnId="{B9379524-8283-485A-83E0-96039691A668}">
      <dgm:prSet/>
      <dgm:spPr/>
      <dgm:t>
        <a:bodyPr/>
        <a:lstStyle/>
        <a:p>
          <a:endParaRPr lang="en-US"/>
        </a:p>
      </dgm:t>
    </dgm:pt>
    <dgm:pt modelId="{37746758-0E03-4604-84B5-F22A05A12310}" type="pres">
      <dgm:prSet presAssocID="{2F847F30-4C70-47EC-BCC1-ECBA3C274FB7}" presName="linear" presStyleCnt="0">
        <dgm:presLayoutVars>
          <dgm:animLvl val="lvl"/>
          <dgm:resizeHandles val="exact"/>
        </dgm:presLayoutVars>
      </dgm:prSet>
      <dgm:spPr/>
    </dgm:pt>
    <dgm:pt modelId="{17909383-1093-4D6C-A3B2-6F00A4548317}" type="pres">
      <dgm:prSet presAssocID="{AFD8DFC2-70C7-4260-B707-3AAEE50D345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B0B8969-CEA5-4EE4-8735-D04B88BAD655}" type="pres">
      <dgm:prSet presAssocID="{04F16CDF-0A8A-4F15-B486-BF34C107990D}" presName="spacer" presStyleCnt="0"/>
      <dgm:spPr/>
    </dgm:pt>
    <dgm:pt modelId="{1D34FAA2-55C8-4B01-8C5A-D3FE840FFF9F}" type="pres">
      <dgm:prSet presAssocID="{B5EC107C-28A4-4708-8A15-55845B8A35D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5B6D070-B5FF-4C23-A7E3-4F18597B6883}" type="pres">
      <dgm:prSet presAssocID="{DF5AFDCA-A7B2-4F1A-8B42-28AC6ACEA2A3}" presName="spacer" presStyleCnt="0"/>
      <dgm:spPr/>
    </dgm:pt>
    <dgm:pt modelId="{9C22089F-39B8-4698-94E0-5E08CD6E7F27}" type="pres">
      <dgm:prSet presAssocID="{F431D747-9FA7-4158-8C77-6E350588018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CBB86B0-CFAE-4F5D-B0A6-57121FE5B3F6}" type="pres">
      <dgm:prSet presAssocID="{2702CC77-5D5C-462C-B371-EEFBDC2E7475}" presName="spacer" presStyleCnt="0"/>
      <dgm:spPr/>
    </dgm:pt>
    <dgm:pt modelId="{5278046B-C81F-45F6-840E-4833C9D6BFFF}" type="pres">
      <dgm:prSet presAssocID="{31F8928D-49F6-4AB8-A1B3-FF88A4CC5C6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3CB7129-41AF-40B6-9089-8C27CC1FDE6D}" type="pres">
      <dgm:prSet presAssocID="{6D595F1A-01FB-4630-8D91-03BBC844EFB3}" presName="spacer" presStyleCnt="0"/>
      <dgm:spPr/>
    </dgm:pt>
    <dgm:pt modelId="{85102F75-4321-4BA7-9C43-6BBD794F8D2F}" type="pres">
      <dgm:prSet presAssocID="{CA0D5B2F-D786-4B18-960B-4C5C8A2294E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752E505-FEF1-4E84-A796-E9373793075F}" srcId="{2F847F30-4C70-47EC-BCC1-ECBA3C274FB7}" destId="{AFD8DFC2-70C7-4260-B707-3AAEE50D3454}" srcOrd="0" destOrd="0" parTransId="{01E78A93-DF19-419B-8431-78746C266ED1}" sibTransId="{04F16CDF-0A8A-4F15-B486-BF34C107990D}"/>
    <dgm:cxn modelId="{B9379524-8283-485A-83E0-96039691A668}" srcId="{2F847F30-4C70-47EC-BCC1-ECBA3C274FB7}" destId="{CA0D5B2F-D786-4B18-960B-4C5C8A2294E4}" srcOrd="4" destOrd="0" parTransId="{449D5480-2D98-47F3-A6B3-740638F5BC3D}" sibTransId="{2BECAAD6-DDFD-49CE-8E04-A014AD829B75}"/>
    <dgm:cxn modelId="{C37D0128-3A4F-4389-A870-86DA3E04DC7D}" type="presOf" srcId="{CA0D5B2F-D786-4B18-960B-4C5C8A2294E4}" destId="{85102F75-4321-4BA7-9C43-6BBD794F8D2F}" srcOrd="0" destOrd="0" presId="urn:microsoft.com/office/officeart/2005/8/layout/vList2"/>
    <dgm:cxn modelId="{19EA973D-3273-4F29-9CA0-195857DEA4D3}" srcId="{2F847F30-4C70-47EC-BCC1-ECBA3C274FB7}" destId="{F431D747-9FA7-4158-8C77-6E350588018A}" srcOrd="2" destOrd="0" parTransId="{0D27B957-383B-4FC0-98FD-9CABFF0265BE}" sibTransId="{2702CC77-5D5C-462C-B371-EEFBDC2E7475}"/>
    <dgm:cxn modelId="{23BB055E-6D8D-4E8C-AE32-0E94DD0CF6C6}" type="presOf" srcId="{F431D747-9FA7-4158-8C77-6E350588018A}" destId="{9C22089F-39B8-4698-94E0-5E08CD6E7F27}" srcOrd="0" destOrd="0" presId="urn:microsoft.com/office/officeart/2005/8/layout/vList2"/>
    <dgm:cxn modelId="{98276D43-6C91-4864-A896-1AD535536239}" type="presOf" srcId="{31F8928D-49F6-4AB8-A1B3-FF88A4CC5C64}" destId="{5278046B-C81F-45F6-840E-4833C9D6BFFF}" srcOrd="0" destOrd="0" presId="urn:microsoft.com/office/officeart/2005/8/layout/vList2"/>
    <dgm:cxn modelId="{0EEED167-44CF-4910-BD3E-AD4B69CB0225}" type="presOf" srcId="{2F847F30-4C70-47EC-BCC1-ECBA3C274FB7}" destId="{37746758-0E03-4604-84B5-F22A05A12310}" srcOrd="0" destOrd="0" presId="urn:microsoft.com/office/officeart/2005/8/layout/vList2"/>
    <dgm:cxn modelId="{BC0A3E9D-A2D2-4730-9DF7-221942B20E16}" type="presOf" srcId="{AFD8DFC2-70C7-4260-B707-3AAEE50D3454}" destId="{17909383-1093-4D6C-A3B2-6F00A4548317}" srcOrd="0" destOrd="0" presId="urn:microsoft.com/office/officeart/2005/8/layout/vList2"/>
    <dgm:cxn modelId="{EA468CA5-6CE2-4C2C-BD76-57C7ACF38097}" srcId="{2F847F30-4C70-47EC-BCC1-ECBA3C274FB7}" destId="{31F8928D-49F6-4AB8-A1B3-FF88A4CC5C64}" srcOrd="3" destOrd="0" parTransId="{C76DA7B2-A463-41AE-9ACB-D2B6D4FAB610}" sibTransId="{6D595F1A-01FB-4630-8D91-03BBC844EFB3}"/>
    <dgm:cxn modelId="{4FDDB3C3-182C-42EC-B0CB-B16D3BEDF8B9}" type="presOf" srcId="{B5EC107C-28A4-4708-8A15-55845B8A35D0}" destId="{1D34FAA2-55C8-4B01-8C5A-D3FE840FFF9F}" srcOrd="0" destOrd="0" presId="urn:microsoft.com/office/officeart/2005/8/layout/vList2"/>
    <dgm:cxn modelId="{65E9FED1-4BA8-40AF-A169-C549E35EC57F}" srcId="{2F847F30-4C70-47EC-BCC1-ECBA3C274FB7}" destId="{B5EC107C-28A4-4708-8A15-55845B8A35D0}" srcOrd="1" destOrd="0" parTransId="{2FBE01B9-2CF7-47F8-8BC1-84FF56AD4A48}" sibTransId="{DF5AFDCA-A7B2-4F1A-8B42-28AC6ACEA2A3}"/>
    <dgm:cxn modelId="{01CC76A8-D543-4F69-BD1A-4F94C7D729D6}" type="presParOf" srcId="{37746758-0E03-4604-84B5-F22A05A12310}" destId="{17909383-1093-4D6C-A3B2-6F00A4548317}" srcOrd="0" destOrd="0" presId="urn:microsoft.com/office/officeart/2005/8/layout/vList2"/>
    <dgm:cxn modelId="{F4E49E05-B8BB-4A69-9FAF-235FEFA24711}" type="presParOf" srcId="{37746758-0E03-4604-84B5-F22A05A12310}" destId="{0B0B8969-CEA5-4EE4-8735-D04B88BAD655}" srcOrd="1" destOrd="0" presId="urn:microsoft.com/office/officeart/2005/8/layout/vList2"/>
    <dgm:cxn modelId="{17A7EE4C-0F1D-43BF-A892-961008F0B913}" type="presParOf" srcId="{37746758-0E03-4604-84B5-F22A05A12310}" destId="{1D34FAA2-55C8-4B01-8C5A-D3FE840FFF9F}" srcOrd="2" destOrd="0" presId="urn:microsoft.com/office/officeart/2005/8/layout/vList2"/>
    <dgm:cxn modelId="{28946596-455C-4F0A-AC21-7949C24A8851}" type="presParOf" srcId="{37746758-0E03-4604-84B5-F22A05A12310}" destId="{D5B6D070-B5FF-4C23-A7E3-4F18597B6883}" srcOrd="3" destOrd="0" presId="urn:microsoft.com/office/officeart/2005/8/layout/vList2"/>
    <dgm:cxn modelId="{C2FD1988-C915-4495-A50A-9AC522646E88}" type="presParOf" srcId="{37746758-0E03-4604-84B5-F22A05A12310}" destId="{9C22089F-39B8-4698-94E0-5E08CD6E7F27}" srcOrd="4" destOrd="0" presId="urn:microsoft.com/office/officeart/2005/8/layout/vList2"/>
    <dgm:cxn modelId="{C976E342-6B5C-4AB1-99CB-B3C130DA9E16}" type="presParOf" srcId="{37746758-0E03-4604-84B5-F22A05A12310}" destId="{2CBB86B0-CFAE-4F5D-B0A6-57121FE5B3F6}" srcOrd="5" destOrd="0" presId="urn:microsoft.com/office/officeart/2005/8/layout/vList2"/>
    <dgm:cxn modelId="{AF457AFA-A678-4DC8-80BF-31F69C40AC42}" type="presParOf" srcId="{37746758-0E03-4604-84B5-F22A05A12310}" destId="{5278046B-C81F-45F6-840E-4833C9D6BFFF}" srcOrd="6" destOrd="0" presId="urn:microsoft.com/office/officeart/2005/8/layout/vList2"/>
    <dgm:cxn modelId="{F47CDBC2-93B0-4893-A3F7-8DD28460B21F}" type="presParOf" srcId="{37746758-0E03-4604-84B5-F22A05A12310}" destId="{43CB7129-41AF-40B6-9089-8C27CC1FDE6D}" srcOrd="7" destOrd="0" presId="urn:microsoft.com/office/officeart/2005/8/layout/vList2"/>
    <dgm:cxn modelId="{BA856E7D-1B54-4081-8656-E13327CAB87B}" type="presParOf" srcId="{37746758-0E03-4604-84B5-F22A05A12310}" destId="{85102F75-4321-4BA7-9C43-6BBD794F8D2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AA479A-4CF7-41B9-864A-FB03C99A02A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569383D-53AF-4AFC-90AF-43D62EA8159A}">
      <dgm:prSet/>
      <dgm:spPr/>
      <dgm:t>
        <a:bodyPr/>
        <a:lstStyle/>
        <a:p>
          <a:r>
            <a:rPr lang="en-US"/>
            <a:t>• Prototyping is essential for refining product ideas and reducing risk.</a:t>
          </a:r>
        </a:p>
      </dgm:t>
    </dgm:pt>
    <dgm:pt modelId="{A09677AC-5CF3-448D-A77D-8CE870D2B598}" type="parTrans" cxnId="{26116675-2019-491C-9E16-2E20BB658611}">
      <dgm:prSet/>
      <dgm:spPr/>
      <dgm:t>
        <a:bodyPr/>
        <a:lstStyle/>
        <a:p>
          <a:endParaRPr lang="en-US"/>
        </a:p>
      </dgm:t>
    </dgm:pt>
    <dgm:pt modelId="{4BD8A486-0869-4B76-A7B8-02D6ABBC4209}" type="sibTrans" cxnId="{26116675-2019-491C-9E16-2E20BB658611}">
      <dgm:prSet/>
      <dgm:spPr/>
      <dgm:t>
        <a:bodyPr/>
        <a:lstStyle/>
        <a:p>
          <a:endParaRPr lang="en-US"/>
        </a:p>
      </dgm:t>
    </dgm:pt>
    <dgm:pt modelId="{8685874E-FC7C-4157-9F25-8CAED004EFAF}">
      <dgm:prSet/>
      <dgm:spPr/>
      <dgm:t>
        <a:bodyPr/>
        <a:lstStyle/>
        <a:p>
          <a:r>
            <a:rPr lang="en-US"/>
            <a:t>• Redesigning the Wells Fargo app improves user experience, personalization, and accessibility.</a:t>
          </a:r>
        </a:p>
      </dgm:t>
    </dgm:pt>
    <dgm:pt modelId="{A53A8402-5B0A-4D1B-B279-57E9205CD39D}" type="parTrans" cxnId="{F4E2E41C-CC00-4261-8C58-A9866C00E848}">
      <dgm:prSet/>
      <dgm:spPr/>
      <dgm:t>
        <a:bodyPr/>
        <a:lstStyle/>
        <a:p>
          <a:endParaRPr lang="en-US"/>
        </a:p>
      </dgm:t>
    </dgm:pt>
    <dgm:pt modelId="{AB4AEBC5-8648-41A9-8B0B-9269F4864090}" type="sibTrans" cxnId="{F4E2E41C-CC00-4261-8C58-A9866C00E848}">
      <dgm:prSet/>
      <dgm:spPr/>
      <dgm:t>
        <a:bodyPr/>
        <a:lstStyle/>
        <a:p>
          <a:endParaRPr lang="en-US"/>
        </a:p>
      </dgm:t>
    </dgm:pt>
    <dgm:pt modelId="{85A73B12-B988-4DE8-8A20-08BD70C651C3}" type="pres">
      <dgm:prSet presAssocID="{0AAA479A-4CF7-41B9-864A-FB03C99A02AA}" presName="linear" presStyleCnt="0">
        <dgm:presLayoutVars>
          <dgm:animLvl val="lvl"/>
          <dgm:resizeHandles val="exact"/>
        </dgm:presLayoutVars>
      </dgm:prSet>
      <dgm:spPr/>
    </dgm:pt>
    <dgm:pt modelId="{78E9D423-83F2-4F48-9D1A-5AC8C115AE45}" type="pres">
      <dgm:prSet presAssocID="{E569383D-53AF-4AFC-90AF-43D62EA8159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39171A6-C61A-43D4-8C72-90C257B12A4B}" type="pres">
      <dgm:prSet presAssocID="{4BD8A486-0869-4B76-A7B8-02D6ABBC4209}" presName="spacer" presStyleCnt="0"/>
      <dgm:spPr/>
    </dgm:pt>
    <dgm:pt modelId="{9AAEE34B-43D8-44C2-BCE0-41289C7B0F22}" type="pres">
      <dgm:prSet presAssocID="{8685874E-FC7C-4157-9F25-8CAED004EFA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4E2E41C-CC00-4261-8C58-A9866C00E848}" srcId="{0AAA479A-4CF7-41B9-864A-FB03C99A02AA}" destId="{8685874E-FC7C-4157-9F25-8CAED004EFAF}" srcOrd="1" destOrd="0" parTransId="{A53A8402-5B0A-4D1B-B279-57E9205CD39D}" sibTransId="{AB4AEBC5-8648-41A9-8B0B-9269F4864090}"/>
    <dgm:cxn modelId="{C4DCA969-EC6A-409C-BECD-FE592352CF9B}" type="presOf" srcId="{E569383D-53AF-4AFC-90AF-43D62EA8159A}" destId="{78E9D423-83F2-4F48-9D1A-5AC8C115AE45}" srcOrd="0" destOrd="0" presId="urn:microsoft.com/office/officeart/2005/8/layout/vList2"/>
    <dgm:cxn modelId="{26116675-2019-491C-9E16-2E20BB658611}" srcId="{0AAA479A-4CF7-41B9-864A-FB03C99A02AA}" destId="{E569383D-53AF-4AFC-90AF-43D62EA8159A}" srcOrd="0" destOrd="0" parTransId="{A09677AC-5CF3-448D-A77D-8CE870D2B598}" sibTransId="{4BD8A486-0869-4B76-A7B8-02D6ABBC4209}"/>
    <dgm:cxn modelId="{B745309B-DC32-4E5F-A3AC-325E622DFF60}" type="presOf" srcId="{0AAA479A-4CF7-41B9-864A-FB03C99A02AA}" destId="{85A73B12-B988-4DE8-8A20-08BD70C651C3}" srcOrd="0" destOrd="0" presId="urn:microsoft.com/office/officeart/2005/8/layout/vList2"/>
    <dgm:cxn modelId="{58DD1E9D-7162-4FB3-80C8-6646E6296426}" type="presOf" srcId="{8685874E-FC7C-4157-9F25-8CAED004EFAF}" destId="{9AAEE34B-43D8-44C2-BCE0-41289C7B0F22}" srcOrd="0" destOrd="0" presId="urn:microsoft.com/office/officeart/2005/8/layout/vList2"/>
    <dgm:cxn modelId="{ADEDD252-0482-496A-A923-8E9C19BE91CE}" type="presParOf" srcId="{85A73B12-B988-4DE8-8A20-08BD70C651C3}" destId="{78E9D423-83F2-4F48-9D1A-5AC8C115AE45}" srcOrd="0" destOrd="0" presId="urn:microsoft.com/office/officeart/2005/8/layout/vList2"/>
    <dgm:cxn modelId="{8A035F21-E0D6-4396-A27E-8BA45B93C1A8}" type="presParOf" srcId="{85A73B12-B988-4DE8-8A20-08BD70C651C3}" destId="{E39171A6-C61A-43D4-8C72-90C257B12A4B}" srcOrd="1" destOrd="0" presId="urn:microsoft.com/office/officeart/2005/8/layout/vList2"/>
    <dgm:cxn modelId="{F237AA0B-8FFC-4C50-BB77-2CD08FE09DD9}" type="presParOf" srcId="{85A73B12-B988-4DE8-8A20-08BD70C651C3}" destId="{9AAEE34B-43D8-44C2-BCE0-41289C7B0F2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18149A-2E90-476F-9852-8E4A079ECA08}">
      <dsp:nvSpPr>
        <dsp:cNvPr id="0" name=""/>
        <dsp:cNvSpPr/>
      </dsp:nvSpPr>
      <dsp:spPr>
        <a:xfrm>
          <a:off x="0" y="1054182"/>
          <a:ext cx="5036058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BFF2746-B8A3-47A8-BEAB-38DE145C5588}">
      <dsp:nvSpPr>
        <dsp:cNvPr id="0" name=""/>
        <dsp:cNvSpPr/>
      </dsp:nvSpPr>
      <dsp:spPr>
        <a:xfrm>
          <a:off x="251802" y="788502"/>
          <a:ext cx="3525240" cy="5313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3246" tIns="0" rIns="13324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Improved Wells Fargo Mobile App</a:t>
          </a:r>
        </a:p>
      </dsp:txBody>
      <dsp:txXfrm>
        <a:off x="277741" y="814441"/>
        <a:ext cx="3473362" cy="479482"/>
      </dsp:txXfrm>
    </dsp:sp>
    <dsp:sp modelId="{9BBBFDCD-42C7-44C1-8AB4-3DA9D2E201F1}">
      <dsp:nvSpPr>
        <dsp:cNvPr id="0" name=""/>
        <dsp:cNvSpPr/>
      </dsp:nvSpPr>
      <dsp:spPr>
        <a:xfrm>
          <a:off x="0" y="1870662"/>
          <a:ext cx="5036058" cy="164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0854" tIns="374904" rIns="39085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- Better navigation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- Personalization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- Budgeting tools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- Accessibility improvements</a:t>
          </a:r>
        </a:p>
      </dsp:txBody>
      <dsp:txXfrm>
        <a:off x="0" y="1870662"/>
        <a:ext cx="5036058" cy="1644300"/>
      </dsp:txXfrm>
    </dsp:sp>
    <dsp:sp modelId="{7CC8576B-A3DB-4FF4-820F-5A8D4C864490}">
      <dsp:nvSpPr>
        <dsp:cNvPr id="0" name=""/>
        <dsp:cNvSpPr/>
      </dsp:nvSpPr>
      <dsp:spPr>
        <a:xfrm>
          <a:off x="251802" y="1604982"/>
          <a:ext cx="3525240" cy="5313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3246" tIns="0" rIns="13324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>
              <a:solidFill>
                <a:schemeClr val="tx1"/>
              </a:solidFill>
            </a:rPr>
            <a:t>• Goals:</a:t>
          </a:r>
        </a:p>
      </dsp:txBody>
      <dsp:txXfrm>
        <a:off x="277741" y="1630921"/>
        <a:ext cx="3473362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0E36E6-4EF5-464C-B175-58138715D2E3}">
      <dsp:nvSpPr>
        <dsp:cNvPr id="0" name=""/>
        <dsp:cNvSpPr/>
      </dsp:nvSpPr>
      <dsp:spPr>
        <a:xfrm>
          <a:off x="43739" y="1130806"/>
          <a:ext cx="655131" cy="65513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C2EEE7-C8D9-4A44-9C66-C8073241CE3E}">
      <dsp:nvSpPr>
        <dsp:cNvPr id="0" name=""/>
        <dsp:cNvSpPr/>
      </dsp:nvSpPr>
      <dsp:spPr>
        <a:xfrm>
          <a:off x="181317" y="1268384"/>
          <a:ext cx="379975" cy="3799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5A0020-9E01-4CA2-9726-73714AFA0D28}">
      <dsp:nvSpPr>
        <dsp:cNvPr id="0" name=""/>
        <dsp:cNvSpPr/>
      </dsp:nvSpPr>
      <dsp:spPr>
        <a:xfrm>
          <a:off x="839255" y="1130806"/>
          <a:ext cx="1544237" cy="655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Low-fidelity sketches</a:t>
          </a:r>
        </a:p>
      </dsp:txBody>
      <dsp:txXfrm>
        <a:off x="839255" y="1130806"/>
        <a:ext cx="1544237" cy="655131"/>
      </dsp:txXfrm>
    </dsp:sp>
    <dsp:sp modelId="{F88A6C72-F19E-4EDD-8D08-3B67996EB188}">
      <dsp:nvSpPr>
        <dsp:cNvPr id="0" name=""/>
        <dsp:cNvSpPr/>
      </dsp:nvSpPr>
      <dsp:spPr>
        <a:xfrm>
          <a:off x="2652564" y="1130806"/>
          <a:ext cx="655131" cy="65513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3DFDE8-47B6-42FB-BCA2-E6512996CB62}">
      <dsp:nvSpPr>
        <dsp:cNvPr id="0" name=""/>
        <dsp:cNvSpPr/>
      </dsp:nvSpPr>
      <dsp:spPr>
        <a:xfrm>
          <a:off x="2790142" y="1268384"/>
          <a:ext cx="379975" cy="3799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89A183-43E6-4824-9294-6DB3636B0F19}">
      <dsp:nvSpPr>
        <dsp:cNvPr id="0" name=""/>
        <dsp:cNvSpPr/>
      </dsp:nvSpPr>
      <dsp:spPr>
        <a:xfrm>
          <a:off x="3448081" y="1130806"/>
          <a:ext cx="1544237" cy="655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Mid-fidelity wireframes</a:t>
          </a:r>
        </a:p>
      </dsp:txBody>
      <dsp:txXfrm>
        <a:off x="3448081" y="1130806"/>
        <a:ext cx="1544237" cy="655131"/>
      </dsp:txXfrm>
    </dsp:sp>
    <dsp:sp modelId="{3C6C8B76-77EA-4C7E-A9F2-2B08EFF9BF84}">
      <dsp:nvSpPr>
        <dsp:cNvPr id="0" name=""/>
        <dsp:cNvSpPr/>
      </dsp:nvSpPr>
      <dsp:spPr>
        <a:xfrm>
          <a:off x="43739" y="2517527"/>
          <a:ext cx="655131" cy="65513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138617-9DA7-49E5-A455-268C8A766489}">
      <dsp:nvSpPr>
        <dsp:cNvPr id="0" name=""/>
        <dsp:cNvSpPr/>
      </dsp:nvSpPr>
      <dsp:spPr>
        <a:xfrm>
          <a:off x="181317" y="2655104"/>
          <a:ext cx="379975" cy="3799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BC795-8280-439E-AB2E-7E364770CEE0}">
      <dsp:nvSpPr>
        <dsp:cNvPr id="0" name=""/>
        <dsp:cNvSpPr/>
      </dsp:nvSpPr>
      <dsp:spPr>
        <a:xfrm>
          <a:off x="839255" y="2517527"/>
          <a:ext cx="1544237" cy="655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High-fidelity interactive prototype</a:t>
          </a:r>
        </a:p>
      </dsp:txBody>
      <dsp:txXfrm>
        <a:off x="839255" y="2517527"/>
        <a:ext cx="1544237" cy="655131"/>
      </dsp:txXfrm>
    </dsp:sp>
    <dsp:sp modelId="{92086814-C2F9-4586-B250-3E43F8DD67E8}">
      <dsp:nvSpPr>
        <dsp:cNvPr id="0" name=""/>
        <dsp:cNvSpPr/>
      </dsp:nvSpPr>
      <dsp:spPr>
        <a:xfrm>
          <a:off x="2652564" y="2517527"/>
          <a:ext cx="655131" cy="65513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F480B5-7601-4B30-B53F-4F408A04CE8F}">
      <dsp:nvSpPr>
        <dsp:cNvPr id="0" name=""/>
        <dsp:cNvSpPr/>
      </dsp:nvSpPr>
      <dsp:spPr>
        <a:xfrm>
          <a:off x="2790142" y="2655104"/>
          <a:ext cx="379975" cy="3799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DB08D-7716-4A2A-99D4-EDE297E0D118}">
      <dsp:nvSpPr>
        <dsp:cNvPr id="0" name=""/>
        <dsp:cNvSpPr/>
      </dsp:nvSpPr>
      <dsp:spPr>
        <a:xfrm>
          <a:off x="3448081" y="2517527"/>
          <a:ext cx="1544237" cy="655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Functional beta version</a:t>
          </a:r>
        </a:p>
      </dsp:txBody>
      <dsp:txXfrm>
        <a:off x="3448081" y="2517527"/>
        <a:ext cx="1544237" cy="6551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909383-1093-4D6C-A3B2-6F00A4548317}">
      <dsp:nvSpPr>
        <dsp:cNvPr id="0" name=""/>
        <dsp:cNvSpPr/>
      </dsp:nvSpPr>
      <dsp:spPr>
        <a:xfrm>
          <a:off x="0" y="311502"/>
          <a:ext cx="5036058" cy="6715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Empathy mapping</a:t>
          </a:r>
        </a:p>
      </dsp:txBody>
      <dsp:txXfrm>
        <a:off x="32784" y="344286"/>
        <a:ext cx="4970490" cy="606012"/>
      </dsp:txXfrm>
    </dsp:sp>
    <dsp:sp modelId="{1D34FAA2-55C8-4B01-8C5A-D3FE840FFF9F}">
      <dsp:nvSpPr>
        <dsp:cNvPr id="0" name=""/>
        <dsp:cNvSpPr/>
      </dsp:nvSpPr>
      <dsp:spPr>
        <a:xfrm>
          <a:off x="0" y="1063722"/>
          <a:ext cx="5036058" cy="67158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Brainstorming (How Might We)</a:t>
          </a:r>
        </a:p>
      </dsp:txBody>
      <dsp:txXfrm>
        <a:off x="32784" y="1096506"/>
        <a:ext cx="4970490" cy="606012"/>
      </dsp:txXfrm>
    </dsp:sp>
    <dsp:sp modelId="{9C22089F-39B8-4698-94E0-5E08CD6E7F27}">
      <dsp:nvSpPr>
        <dsp:cNvPr id="0" name=""/>
        <dsp:cNvSpPr/>
      </dsp:nvSpPr>
      <dsp:spPr>
        <a:xfrm>
          <a:off x="0" y="1815942"/>
          <a:ext cx="5036058" cy="6715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Competitive analysis</a:t>
          </a:r>
        </a:p>
      </dsp:txBody>
      <dsp:txXfrm>
        <a:off x="32784" y="1848726"/>
        <a:ext cx="4970490" cy="606012"/>
      </dsp:txXfrm>
    </dsp:sp>
    <dsp:sp modelId="{5278046B-C81F-45F6-840E-4833C9D6BFFF}">
      <dsp:nvSpPr>
        <dsp:cNvPr id="0" name=""/>
        <dsp:cNvSpPr/>
      </dsp:nvSpPr>
      <dsp:spPr>
        <a:xfrm>
          <a:off x="0" y="2568162"/>
          <a:ext cx="5036058" cy="67158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User personas</a:t>
          </a:r>
        </a:p>
      </dsp:txBody>
      <dsp:txXfrm>
        <a:off x="32784" y="2600946"/>
        <a:ext cx="4970490" cy="606012"/>
      </dsp:txXfrm>
    </dsp:sp>
    <dsp:sp modelId="{85102F75-4321-4BA7-9C43-6BBD794F8D2F}">
      <dsp:nvSpPr>
        <dsp:cNvPr id="0" name=""/>
        <dsp:cNvSpPr/>
      </dsp:nvSpPr>
      <dsp:spPr>
        <a:xfrm>
          <a:off x="0" y="3320382"/>
          <a:ext cx="5036058" cy="6715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Rapid iteration</a:t>
          </a:r>
        </a:p>
      </dsp:txBody>
      <dsp:txXfrm>
        <a:off x="32784" y="3353166"/>
        <a:ext cx="4970490" cy="606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E9D423-83F2-4F48-9D1A-5AC8C115AE45}">
      <dsp:nvSpPr>
        <dsp:cNvPr id="0" name=""/>
        <dsp:cNvSpPr/>
      </dsp:nvSpPr>
      <dsp:spPr>
        <a:xfrm>
          <a:off x="0" y="66750"/>
          <a:ext cx="5036058" cy="20432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Prototyping is essential for refining product ideas and reducing risk.</a:t>
          </a:r>
        </a:p>
      </dsp:txBody>
      <dsp:txXfrm>
        <a:off x="99742" y="166492"/>
        <a:ext cx="4836574" cy="1843738"/>
      </dsp:txXfrm>
    </dsp:sp>
    <dsp:sp modelId="{9AAEE34B-43D8-44C2-BCE0-41289C7B0F22}">
      <dsp:nvSpPr>
        <dsp:cNvPr id="0" name=""/>
        <dsp:cNvSpPr/>
      </dsp:nvSpPr>
      <dsp:spPr>
        <a:xfrm>
          <a:off x="0" y="2193492"/>
          <a:ext cx="5036058" cy="2043222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Redesigning the Wells Fargo app improves user experience, personalization, and accessibility.</a:t>
          </a:r>
        </a:p>
      </dsp:txBody>
      <dsp:txXfrm>
        <a:off x="99742" y="2293234"/>
        <a:ext cx="4836574" cy="18437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>
                <a:solidFill>
                  <a:schemeClr val="tx2"/>
                </a:solidFill>
              </a:rPr>
              <a:t>Prototyping &amp; Improved Wells Fargo Mobile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 dirty="0">
                <a:solidFill>
                  <a:schemeClr val="tx2"/>
                </a:solidFill>
              </a:rPr>
              <a:t>Josh Zimmerman-Gibson</a:t>
            </a:r>
          </a:p>
          <a:p>
            <a:pPr algn="l"/>
            <a:endParaRPr lang="en-US" sz="1700" dirty="0">
              <a:solidFill>
                <a:schemeClr val="tx2"/>
              </a:solidFill>
            </a:endParaRPr>
          </a:p>
        </p:txBody>
      </p:sp>
      <p:pic>
        <p:nvPicPr>
          <p:cNvPr id="7" name="Graphic 6" descr="Smart Phone">
            <a:extLst>
              <a:ext uri="{FF2B5EF4-FFF2-40B4-BE49-F238E27FC236}">
                <a16:creationId xmlns:a16="http://schemas.microsoft.com/office/drawing/2014/main" id="{0AE262BA-190A-1970-41FE-9C87F79F3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What is Prototyping?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• Prototyping is the process of creating early models of a product to test ideas.</a:t>
            </a:r>
          </a:p>
          <a:p>
            <a:pPr marL="0" indent="0">
              <a:buNone/>
            </a:pPr>
            <a:r>
              <a:rPr lang="en-US" sz="1700" dirty="0"/>
              <a:t>• It helps identify design flaws, gather feedback, and improve functionality before full development.</a:t>
            </a:r>
          </a:p>
        </p:txBody>
      </p:sp>
      <p:pic>
        <p:nvPicPr>
          <p:cNvPr id="5" name="Picture 4" descr="Angled photo of a man holding pencil over a color catalog">
            <a:extLst>
              <a:ext uri="{FF2B5EF4-FFF2-40B4-BE49-F238E27FC236}">
                <a16:creationId xmlns:a16="http://schemas.microsoft.com/office/drawing/2014/main" id="{B1F2731F-82B3-BC04-840F-7D97CC6E1D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03" r="25346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Industries Using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• Automotive: digital models, crash simulations, 3D printing</a:t>
            </a:r>
          </a:p>
          <a:p>
            <a:pPr marL="0" indent="0">
              <a:buNone/>
            </a:pPr>
            <a:r>
              <a:rPr lang="en-US" sz="1700" dirty="0"/>
              <a:t>• Consumer Tech: hardware mockups, software prototypes</a:t>
            </a:r>
          </a:p>
          <a:p>
            <a:pPr marL="0" indent="0">
              <a:buNone/>
            </a:pPr>
            <a:r>
              <a:rPr lang="en-US" sz="1700" dirty="0"/>
              <a:t>• Software Development: wireframes, interactive mockups, beta versions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EC979-4CC2-A5D5-5F28-C62038E4E2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880" r="25578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n-US" sz="3500"/>
              <a:t>Product Concept</a:t>
            </a:r>
          </a:p>
        </p:txBody>
      </p:sp>
      <p:pic>
        <p:nvPicPr>
          <p:cNvPr id="6" name="Picture 5" descr="A close-up of a molecule&#10;&#10;AI-generated content may be incorrect.">
            <a:extLst>
              <a:ext uri="{FF2B5EF4-FFF2-40B4-BE49-F238E27FC236}">
                <a16:creationId xmlns:a16="http://schemas.microsoft.com/office/drawing/2014/main" id="{292AA2F4-21B3-EE80-4130-7EF44EA0FD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73" r="24946"/>
          <a:stretch>
            <a:fillRect/>
          </a:stretch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542B99-C962-4CF9-B05B-02CAEE0FB9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639972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n-US" sz="3500"/>
              <a:t>Prototyping the App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3BA2A0-375F-79E0-C510-3845068A27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73" r="54864" b="-2"/>
          <a:stretch>
            <a:fillRect/>
          </a:stretch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65A68A-CAAE-FCD7-1D7E-B64F114D7D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7675631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n-US" sz="3500"/>
              <a:t>Creative Design Strategies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8B4FA7-6BF4-E0C6-A354-9F5B24A6F9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688" r="9799" b="-1"/>
          <a:stretch>
            <a:fillRect/>
          </a:stretch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E812E5-B5B2-C930-C986-618407B3BD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0272050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n-US" sz="3500"/>
              <a:t>Conclusion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C49E5C-E88E-9B16-B8CE-46404C43AE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10" r="44080" b="2"/>
          <a:stretch>
            <a:fillRect/>
          </a:stretch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B27A15-7B6B-F73F-AC68-BCA88C7B90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0953620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50656f6f-463c-4054-9fc2-6f4071c6e7fc}" enabled="0" method="" siteId="{50656f6f-463c-4054-9fc2-6f4071c6e7f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168</Words>
  <Application>Microsoft Office PowerPoint</Application>
  <PresentationFormat>On-screen Show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Prototyping &amp; Improved Wells Fargo Mobile App</vt:lpstr>
      <vt:lpstr>What is Prototyping?</vt:lpstr>
      <vt:lpstr>Industries Using Prototyping</vt:lpstr>
      <vt:lpstr>Product Concept</vt:lpstr>
      <vt:lpstr>Prototyping the App</vt:lpstr>
      <vt:lpstr>Creative Design Strategies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VB-Zimmerman-Gibson, Joshua (Virginia Beach)</cp:lastModifiedBy>
  <cp:revision>2</cp:revision>
  <dcterms:created xsi:type="dcterms:W3CDTF">2013-01-27T09:14:16Z</dcterms:created>
  <dcterms:modified xsi:type="dcterms:W3CDTF">2026-01-04T14:50:33Z</dcterms:modified>
  <cp:category/>
</cp:coreProperties>
</file>