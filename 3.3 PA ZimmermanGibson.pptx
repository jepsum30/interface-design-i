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0"/>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WOT Analysis &amp; Design Change Report for Mobile E‑commerce Interface" id="{EF72BC4F-C3C2-48FA-9F70-26DA8951665E}">
          <p14:sldIdLst>
            <p14:sldId id="2561"/>
          </p14:sldIdLst>
        </p14:section>
        <p14:section name="Introduction &amp; Executive Summary" id="{3355F4D7-332E-4FBA-8C05-FFC4AAE604F3}">
          <p14:sldIdLst>
            <p14:sldId id="2562"/>
            <p14:sldId id="2563"/>
          </p14:sldIdLst>
        </p14:section>
        <p14:section name="SWOT Matrix Overview" id="{4A07CCD8-9034-4086-9315-F706B3359358}">
          <p14:sldIdLst>
            <p14:sldId id="2564"/>
            <p14:sldId id="2565"/>
          </p14:sldIdLst>
        </p14:section>
        <p14:section name="Detailed SWOT Assessments" id="{64C2FCCC-457B-408E-8A54-9CC463BDA0F0}">
          <p14:sldIdLst>
            <p14:sldId id="2566"/>
            <p14:sldId id="2567"/>
            <p14:sldId id="2568"/>
            <p14:sldId id="2569"/>
            <p14:sldId id="2570"/>
          </p14:sldIdLst>
        </p14:section>
        <p14:section name="Design Changes Proposed" id="{7F13446B-8518-407E-9010-362EA266F06D}">
          <p14:sldIdLst>
            <p14:sldId id="2571"/>
            <p14:sldId id="2572"/>
          </p14:sldIdLst>
        </p14:section>
        <p14:section name="Implementation &amp; Measurement" id="{EC24FDFA-9AFD-4504-B686-EDDA03E8ACFD}">
          <p14:sldIdLst>
            <p14:sldId id="2573"/>
            <p14:sldId id="2574"/>
          </p14:sldIdLst>
        </p14:section>
        <p14:section name="References" id="{F09AFBC8-7443-47A6-9A64-F86CC28B526E}">
          <p14:sldIdLst>
            <p14:sldId id="25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6B4454-02B5-4437-8EBF-AE8E0029AE85}" v="18" dt="2026-01-11T23:07:39.904"/>
    <p1510:client id="{14736A81-02F3-4A9B-9419-73B363A8EF4D}" v="45" dt="2026-01-11T23:16:30.849"/>
    <p1510:client id="{4B67CCDD-D61C-4E8C-9533-E3ECD0F92A34}" v="32" dt="2026-01-11T23:12:41.1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59806" autoAdjust="0"/>
  </p:normalViewPr>
  <p:slideViewPr>
    <p:cSldViewPr>
      <p:cViewPr varScale="1">
        <p:scale>
          <a:sx n="66" d="100"/>
          <a:sy n="66" d="100"/>
        </p:scale>
        <p:origin x="132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B-Zimmerman-Gibson, Joshua (Virginia Beach)" userId="d08658ba-7f2c-4f82-b12e-30c210e6c7f4" providerId="ADAL" clId="{B7577925-A160-4B5F-A00D-882CCE4A7982}"/>
    <pc:docChg chg="custSel modSld">
      <pc:chgData name="VB-Zimmerman-Gibson, Joshua (Virginia Beach)" userId="d08658ba-7f2c-4f82-b12e-30c210e6c7f4" providerId="ADAL" clId="{B7577925-A160-4B5F-A00D-882CCE4A7982}" dt="2026-01-11T23:23:14.329" v="70" actId="20577"/>
      <pc:docMkLst>
        <pc:docMk/>
      </pc:docMkLst>
      <pc:sldChg chg="modSp mod modAnim modNotesTx">
        <pc:chgData name="VB-Zimmerman-Gibson, Joshua (Virginia Beach)" userId="d08658ba-7f2c-4f82-b12e-30c210e6c7f4" providerId="ADAL" clId="{B7577925-A160-4B5F-A00D-882CCE4A7982}" dt="2026-01-11T23:21:36.811" v="64" actId="20577"/>
        <pc:sldMkLst>
          <pc:docMk/>
          <pc:sldMk cId="3456515672" sldId="2561"/>
        </pc:sldMkLst>
        <pc:spChg chg="mod">
          <ac:chgData name="VB-Zimmerman-Gibson, Joshua (Virginia Beach)" userId="d08658ba-7f2c-4f82-b12e-30c210e6c7f4" providerId="ADAL" clId="{B7577925-A160-4B5F-A00D-882CCE4A7982}" dt="2026-01-11T23:16:30.849" v="46" actId="20577"/>
          <ac:spMkLst>
            <pc:docMk/>
            <pc:sldMk cId="3456515672" sldId="2561"/>
            <ac:spMk id="3" creationId="{2DD05D2B-AE99-15CA-B9AE-DE1E47949CA3}"/>
          </ac:spMkLst>
        </pc:spChg>
      </pc:sldChg>
      <pc:sldChg chg="addSp delSp modSp mod modClrScheme chgLayout modNotesTx">
        <pc:chgData name="VB-Zimmerman-Gibson, Joshua (Virginia Beach)" userId="d08658ba-7f2c-4f82-b12e-30c210e6c7f4" providerId="ADAL" clId="{B7577925-A160-4B5F-A00D-882CCE4A7982}" dt="2026-01-11T23:21:50.905" v="66" actId="20577"/>
        <pc:sldMkLst>
          <pc:docMk/>
          <pc:sldMk cId="3499947158" sldId="2562"/>
        </pc:sldMkLst>
        <pc:spChg chg="mod">
          <ac:chgData name="VB-Zimmerman-Gibson, Joshua (Virginia Beach)" userId="d08658ba-7f2c-4f82-b12e-30c210e6c7f4" providerId="ADAL" clId="{B7577925-A160-4B5F-A00D-882CCE4A7982}" dt="2026-01-11T23:17:37.917" v="47" actId="26606"/>
          <ac:spMkLst>
            <pc:docMk/>
            <pc:sldMk cId="3499947158" sldId="2562"/>
            <ac:spMk id="2" creationId="{CE08026F-2695-7471-69C9-4532A92DAE8B}"/>
          </ac:spMkLst>
        </pc:spChg>
        <pc:spChg chg="mod">
          <ac:chgData name="VB-Zimmerman-Gibson, Joshua (Virginia Beach)" userId="d08658ba-7f2c-4f82-b12e-30c210e6c7f4" providerId="ADAL" clId="{B7577925-A160-4B5F-A00D-882CCE4A7982}" dt="2026-01-11T23:17:37.917" v="47" actId="26606"/>
          <ac:spMkLst>
            <pc:docMk/>
            <pc:sldMk cId="3499947158" sldId="2562"/>
            <ac:spMk id="5" creationId="{0F05392B-7ACC-CEED-1EC2-091D16B50D1B}"/>
          </ac:spMkLst>
        </pc:spChg>
        <pc:spChg chg="mod">
          <ac:chgData name="VB-Zimmerman-Gibson, Joshua (Virginia Beach)" userId="d08658ba-7f2c-4f82-b12e-30c210e6c7f4" providerId="ADAL" clId="{B7577925-A160-4B5F-A00D-882CCE4A7982}" dt="2026-01-11T23:17:37.917" v="47" actId="26606"/>
          <ac:spMkLst>
            <pc:docMk/>
            <pc:sldMk cId="3499947158" sldId="2562"/>
            <ac:spMk id="6" creationId="{A321DB46-287A-6F83-B108-376F894E03D2}"/>
          </ac:spMkLst>
        </pc:spChg>
        <pc:spChg chg="add del mod">
          <ac:chgData name="VB-Zimmerman-Gibson, Joshua (Virginia Beach)" userId="d08658ba-7f2c-4f82-b12e-30c210e6c7f4" providerId="ADAL" clId="{B7577925-A160-4B5F-A00D-882CCE4A7982}" dt="2026-01-11T23:17:41.921" v="48" actId="478"/>
          <ac:spMkLst>
            <pc:docMk/>
            <pc:sldMk cId="3499947158" sldId="2562"/>
            <ac:spMk id="12" creationId="{8B275D8B-E224-B188-5DA4-E6CCCFB747F5}"/>
          </ac:spMkLst>
        </pc:spChg>
        <pc:spChg chg="add del mod">
          <ac:chgData name="VB-Zimmerman-Gibson, Joshua (Virginia Beach)" userId="d08658ba-7f2c-4f82-b12e-30c210e6c7f4" providerId="ADAL" clId="{B7577925-A160-4B5F-A00D-882CCE4A7982}" dt="2026-01-11T23:18:08.665" v="51" actId="478"/>
          <ac:spMkLst>
            <pc:docMk/>
            <pc:sldMk cId="3499947158" sldId="2562"/>
            <ac:spMk id="14" creationId="{653B02D4-1975-12B4-0094-0BF50D2D566A}"/>
          </ac:spMkLst>
        </pc:spChg>
        <pc:picChg chg="add">
          <ac:chgData name="VB-Zimmerman-Gibson, Joshua (Virginia Beach)" userId="d08658ba-7f2c-4f82-b12e-30c210e6c7f4" providerId="ADAL" clId="{B7577925-A160-4B5F-A00D-882CCE4A7982}" dt="2026-01-11T23:17:37.917" v="47" actId="26606"/>
          <ac:picMkLst>
            <pc:docMk/>
            <pc:sldMk cId="3499947158" sldId="2562"/>
            <ac:picMk id="8" creationId="{C40A0752-3B61-62D3-9034-B132DC8C37C2}"/>
          </ac:picMkLst>
        </pc:picChg>
      </pc:sldChg>
      <pc:sldChg chg="addSp delSp modSp mod modClrScheme chgLayout">
        <pc:chgData name="VB-Zimmerman-Gibson, Joshua (Virginia Beach)" userId="d08658ba-7f2c-4f82-b12e-30c210e6c7f4" providerId="ADAL" clId="{B7577925-A160-4B5F-A00D-882CCE4A7982}" dt="2026-01-11T23:18:04.009" v="50" actId="478"/>
        <pc:sldMkLst>
          <pc:docMk/>
          <pc:sldMk cId="1718371057" sldId="2563"/>
        </pc:sldMkLst>
        <pc:spChg chg="mod">
          <ac:chgData name="VB-Zimmerman-Gibson, Joshua (Virginia Beach)" userId="d08658ba-7f2c-4f82-b12e-30c210e6c7f4" providerId="ADAL" clId="{B7577925-A160-4B5F-A00D-882CCE4A7982}" dt="2026-01-11T23:17:59.283" v="49" actId="26606"/>
          <ac:spMkLst>
            <pc:docMk/>
            <pc:sldMk cId="1718371057" sldId="2563"/>
            <ac:spMk id="2" creationId="{A238EBC4-F4EC-7D30-4F2B-CC7552673DC9}"/>
          </ac:spMkLst>
        </pc:spChg>
        <pc:spChg chg="mod">
          <ac:chgData name="VB-Zimmerman-Gibson, Joshua (Virginia Beach)" userId="d08658ba-7f2c-4f82-b12e-30c210e6c7f4" providerId="ADAL" clId="{B7577925-A160-4B5F-A00D-882CCE4A7982}" dt="2026-01-11T23:17:59.283" v="49" actId="26606"/>
          <ac:spMkLst>
            <pc:docMk/>
            <pc:sldMk cId="1718371057" sldId="2563"/>
            <ac:spMk id="4" creationId="{547CC68C-9CA8-22A6-965A-120427BBFCC5}"/>
          </ac:spMkLst>
        </pc:spChg>
        <pc:spChg chg="mod">
          <ac:chgData name="VB-Zimmerman-Gibson, Joshua (Virginia Beach)" userId="d08658ba-7f2c-4f82-b12e-30c210e6c7f4" providerId="ADAL" clId="{B7577925-A160-4B5F-A00D-882CCE4A7982}" dt="2026-01-11T23:17:59.283" v="49" actId="26606"/>
          <ac:spMkLst>
            <pc:docMk/>
            <pc:sldMk cId="1718371057" sldId="2563"/>
            <ac:spMk id="6" creationId="{4159AE7C-2EDE-40ED-E6D6-640328654C28}"/>
          </ac:spMkLst>
        </pc:spChg>
        <pc:spChg chg="mod">
          <ac:chgData name="VB-Zimmerman-Gibson, Joshua (Virginia Beach)" userId="d08658ba-7f2c-4f82-b12e-30c210e6c7f4" providerId="ADAL" clId="{B7577925-A160-4B5F-A00D-882CCE4A7982}" dt="2026-01-11T23:17:59.283" v="49" actId="26606"/>
          <ac:spMkLst>
            <pc:docMk/>
            <pc:sldMk cId="1718371057" sldId="2563"/>
            <ac:spMk id="7" creationId="{81494F41-9534-4F64-6236-4C28F6EF26C5}"/>
          </ac:spMkLst>
        </pc:spChg>
        <pc:spChg chg="add del mod">
          <ac:chgData name="VB-Zimmerman-Gibson, Joshua (Virginia Beach)" userId="d08658ba-7f2c-4f82-b12e-30c210e6c7f4" providerId="ADAL" clId="{B7577925-A160-4B5F-A00D-882CCE4A7982}" dt="2026-01-11T23:18:04.009" v="50" actId="478"/>
          <ac:spMkLst>
            <pc:docMk/>
            <pc:sldMk cId="1718371057" sldId="2563"/>
            <ac:spMk id="13" creationId="{287CAA14-61E8-A222-FCA9-E41A4B77B1CE}"/>
          </ac:spMkLst>
        </pc:spChg>
        <pc:picChg chg="mod">
          <ac:chgData name="VB-Zimmerman-Gibson, Joshua (Virginia Beach)" userId="d08658ba-7f2c-4f82-b12e-30c210e6c7f4" providerId="ADAL" clId="{B7577925-A160-4B5F-A00D-882CCE4A7982}" dt="2026-01-11T23:17:59.283" v="49" actId="26606"/>
          <ac:picMkLst>
            <pc:docMk/>
            <pc:sldMk cId="1718371057" sldId="2563"/>
            <ac:picMk id="8" creationId="{2288F8A8-AF3C-4B6E-BE58-EA87B074AEC5}"/>
          </ac:picMkLst>
        </pc:picChg>
      </pc:sldChg>
      <pc:sldChg chg="addSp delSp modSp mod modClrScheme chgLayout modNotesTx">
        <pc:chgData name="VB-Zimmerman-Gibson, Joshua (Virginia Beach)" userId="d08658ba-7f2c-4f82-b12e-30c210e6c7f4" providerId="ADAL" clId="{B7577925-A160-4B5F-A00D-882CCE4A7982}" dt="2026-01-11T23:22:25.361" v="68" actId="20577"/>
        <pc:sldMkLst>
          <pc:docMk/>
          <pc:sldMk cId="538455853" sldId="2564"/>
        </pc:sldMkLst>
        <pc:spChg chg="mod">
          <ac:chgData name="VB-Zimmerman-Gibson, Joshua (Virginia Beach)" userId="d08658ba-7f2c-4f82-b12e-30c210e6c7f4" providerId="ADAL" clId="{B7577925-A160-4B5F-A00D-882CCE4A7982}" dt="2026-01-11T23:18:27.819" v="52" actId="26606"/>
          <ac:spMkLst>
            <pc:docMk/>
            <pc:sldMk cId="538455853" sldId="2564"/>
            <ac:spMk id="2" creationId="{9F5A07CF-B2DE-A630-1DDA-7CBA659173DE}"/>
          </ac:spMkLst>
        </pc:spChg>
        <pc:spChg chg="mod">
          <ac:chgData name="VB-Zimmerman-Gibson, Joshua (Virginia Beach)" userId="d08658ba-7f2c-4f82-b12e-30c210e6c7f4" providerId="ADAL" clId="{B7577925-A160-4B5F-A00D-882CCE4A7982}" dt="2026-01-11T23:18:27.819" v="52" actId="26606"/>
          <ac:spMkLst>
            <pc:docMk/>
            <pc:sldMk cId="538455853" sldId="2564"/>
            <ac:spMk id="5" creationId="{11AD2ED4-835A-B9E6-8DA8-47E5A0502D51}"/>
          </ac:spMkLst>
        </pc:spChg>
        <pc:spChg chg="mod">
          <ac:chgData name="VB-Zimmerman-Gibson, Joshua (Virginia Beach)" userId="d08658ba-7f2c-4f82-b12e-30c210e6c7f4" providerId="ADAL" clId="{B7577925-A160-4B5F-A00D-882CCE4A7982}" dt="2026-01-11T23:18:27.819" v="52" actId="26606"/>
          <ac:spMkLst>
            <pc:docMk/>
            <pc:sldMk cId="538455853" sldId="2564"/>
            <ac:spMk id="6" creationId="{D4F48D57-4B63-AF75-00D2-F134D2FB97A9}"/>
          </ac:spMkLst>
        </pc:spChg>
        <pc:spChg chg="add del mod">
          <ac:chgData name="VB-Zimmerman-Gibson, Joshua (Virginia Beach)" userId="d08658ba-7f2c-4f82-b12e-30c210e6c7f4" providerId="ADAL" clId="{B7577925-A160-4B5F-A00D-882CCE4A7982}" dt="2026-01-11T23:18:30.689" v="53" actId="478"/>
          <ac:spMkLst>
            <pc:docMk/>
            <pc:sldMk cId="538455853" sldId="2564"/>
            <ac:spMk id="11" creationId="{14464B67-FF7D-71DA-05A6-CBD9FE9A7B67}"/>
          </ac:spMkLst>
        </pc:spChg>
      </pc:sldChg>
      <pc:sldChg chg="addSp delSp modSp mod modClrScheme chgLayout">
        <pc:chgData name="VB-Zimmerman-Gibson, Joshua (Virginia Beach)" userId="d08658ba-7f2c-4f82-b12e-30c210e6c7f4" providerId="ADAL" clId="{B7577925-A160-4B5F-A00D-882CCE4A7982}" dt="2026-01-11T23:19:15.297" v="55" actId="478"/>
        <pc:sldMkLst>
          <pc:docMk/>
          <pc:sldMk cId="3730498522" sldId="2567"/>
        </pc:sldMkLst>
        <pc:spChg chg="mod">
          <ac:chgData name="VB-Zimmerman-Gibson, Joshua (Virginia Beach)" userId="d08658ba-7f2c-4f82-b12e-30c210e6c7f4" providerId="ADAL" clId="{B7577925-A160-4B5F-A00D-882CCE4A7982}" dt="2026-01-11T23:19:11.901" v="54" actId="26606"/>
          <ac:spMkLst>
            <pc:docMk/>
            <pc:sldMk cId="3730498522" sldId="2567"/>
            <ac:spMk id="2" creationId="{A128461A-E475-CD5F-9DDA-8F5630BCA996}"/>
          </ac:spMkLst>
        </pc:spChg>
        <pc:spChg chg="mod">
          <ac:chgData name="VB-Zimmerman-Gibson, Joshua (Virginia Beach)" userId="d08658ba-7f2c-4f82-b12e-30c210e6c7f4" providerId="ADAL" clId="{B7577925-A160-4B5F-A00D-882CCE4A7982}" dt="2026-01-11T23:19:11.901" v="54" actId="26606"/>
          <ac:spMkLst>
            <pc:docMk/>
            <pc:sldMk cId="3730498522" sldId="2567"/>
            <ac:spMk id="4" creationId="{B9A2C71E-0665-EEDD-D364-18AC3986FEB8}"/>
          </ac:spMkLst>
        </pc:spChg>
        <pc:spChg chg="mod">
          <ac:chgData name="VB-Zimmerman-Gibson, Joshua (Virginia Beach)" userId="d08658ba-7f2c-4f82-b12e-30c210e6c7f4" providerId="ADAL" clId="{B7577925-A160-4B5F-A00D-882CCE4A7982}" dt="2026-01-11T23:19:11.901" v="54" actId="26606"/>
          <ac:spMkLst>
            <pc:docMk/>
            <pc:sldMk cId="3730498522" sldId="2567"/>
            <ac:spMk id="6" creationId="{6A6ACB08-40FC-2162-62CB-BD861CC99167}"/>
          </ac:spMkLst>
        </pc:spChg>
        <pc:spChg chg="mod">
          <ac:chgData name="VB-Zimmerman-Gibson, Joshua (Virginia Beach)" userId="d08658ba-7f2c-4f82-b12e-30c210e6c7f4" providerId="ADAL" clId="{B7577925-A160-4B5F-A00D-882CCE4A7982}" dt="2026-01-11T23:19:11.901" v="54" actId="26606"/>
          <ac:spMkLst>
            <pc:docMk/>
            <pc:sldMk cId="3730498522" sldId="2567"/>
            <ac:spMk id="7" creationId="{4C7D9B7A-5107-85DC-8836-D9938205077E}"/>
          </ac:spMkLst>
        </pc:spChg>
        <pc:spChg chg="add del mod">
          <ac:chgData name="VB-Zimmerman-Gibson, Joshua (Virginia Beach)" userId="d08658ba-7f2c-4f82-b12e-30c210e6c7f4" providerId="ADAL" clId="{B7577925-A160-4B5F-A00D-882CCE4A7982}" dt="2026-01-11T23:19:15.297" v="55" actId="478"/>
          <ac:spMkLst>
            <pc:docMk/>
            <pc:sldMk cId="3730498522" sldId="2567"/>
            <ac:spMk id="13" creationId="{BB887A0D-6591-F724-EE58-DD77D5D630C5}"/>
          </ac:spMkLst>
        </pc:spChg>
        <pc:picChg chg="mod">
          <ac:chgData name="VB-Zimmerman-Gibson, Joshua (Virginia Beach)" userId="d08658ba-7f2c-4f82-b12e-30c210e6c7f4" providerId="ADAL" clId="{B7577925-A160-4B5F-A00D-882CCE4A7982}" dt="2026-01-11T23:19:11.901" v="54" actId="26606"/>
          <ac:picMkLst>
            <pc:docMk/>
            <pc:sldMk cId="3730498522" sldId="2567"/>
            <ac:picMk id="8" creationId="{9C3FA3DA-4D95-409A-B586-4688133B363F}"/>
          </ac:picMkLst>
        </pc:picChg>
      </pc:sldChg>
      <pc:sldChg chg="addSp delSp modSp mod modClrScheme chgLayout">
        <pc:chgData name="VB-Zimmerman-Gibson, Joshua (Virginia Beach)" userId="d08658ba-7f2c-4f82-b12e-30c210e6c7f4" providerId="ADAL" clId="{B7577925-A160-4B5F-A00D-882CCE4A7982}" dt="2026-01-11T23:19:33.961" v="57" actId="478"/>
        <pc:sldMkLst>
          <pc:docMk/>
          <pc:sldMk cId="1117094557" sldId="2569"/>
        </pc:sldMkLst>
        <pc:spChg chg="mod">
          <ac:chgData name="VB-Zimmerman-Gibson, Joshua (Virginia Beach)" userId="d08658ba-7f2c-4f82-b12e-30c210e6c7f4" providerId="ADAL" clId="{B7577925-A160-4B5F-A00D-882CCE4A7982}" dt="2026-01-11T23:19:31.336" v="56" actId="26606"/>
          <ac:spMkLst>
            <pc:docMk/>
            <pc:sldMk cId="1117094557" sldId="2569"/>
            <ac:spMk id="2" creationId="{3C6297F9-62AD-D492-B653-1C47BD70DBA8}"/>
          </ac:spMkLst>
        </pc:spChg>
        <pc:spChg chg="mod">
          <ac:chgData name="VB-Zimmerman-Gibson, Joshua (Virginia Beach)" userId="d08658ba-7f2c-4f82-b12e-30c210e6c7f4" providerId="ADAL" clId="{B7577925-A160-4B5F-A00D-882CCE4A7982}" dt="2026-01-11T23:19:31.336" v="56" actId="26606"/>
          <ac:spMkLst>
            <pc:docMk/>
            <pc:sldMk cId="1117094557" sldId="2569"/>
            <ac:spMk id="4" creationId="{1D73D8B7-9E6C-8357-FE95-1BD6F506174D}"/>
          </ac:spMkLst>
        </pc:spChg>
        <pc:spChg chg="mod">
          <ac:chgData name="VB-Zimmerman-Gibson, Joshua (Virginia Beach)" userId="d08658ba-7f2c-4f82-b12e-30c210e6c7f4" providerId="ADAL" clId="{B7577925-A160-4B5F-A00D-882CCE4A7982}" dt="2026-01-11T23:19:31.336" v="56" actId="26606"/>
          <ac:spMkLst>
            <pc:docMk/>
            <pc:sldMk cId="1117094557" sldId="2569"/>
            <ac:spMk id="6" creationId="{928DDDCF-2D57-0C67-ACEC-A7EB6DEA310A}"/>
          </ac:spMkLst>
        </pc:spChg>
        <pc:spChg chg="mod">
          <ac:chgData name="VB-Zimmerman-Gibson, Joshua (Virginia Beach)" userId="d08658ba-7f2c-4f82-b12e-30c210e6c7f4" providerId="ADAL" clId="{B7577925-A160-4B5F-A00D-882CCE4A7982}" dt="2026-01-11T23:19:31.336" v="56" actId="26606"/>
          <ac:spMkLst>
            <pc:docMk/>
            <pc:sldMk cId="1117094557" sldId="2569"/>
            <ac:spMk id="7" creationId="{B50F0299-B30F-605A-39C7-B9630C316DAE}"/>
          </ac:spMkLst>
        </pc:spChg>
        <pc:spChg chg="add del mod">
          <ac:chgData name="VB-Zimmerman-Gibson, Joshua (Virginia Beach)" userId="d08658ba-7f2c-4f82-b12e-30c210e6c7f4" providerId="ADAL" clId="{B7577925-A160-4B5F-A00D-882CCE4A7982}" dt="2026-01-11T23:19:33.961" v="57" actId="478"/>
          <ac:spMkLst>
            <pc:docMk/>
            <pc:sldMk cId="1117094557" sldId="2569"/>
            <ac:spMk id="13" creationId="{F44FC8C8-5ABC-3E13-6C89-109B1F70B374}"/>
          </ac:spMkLst>
        </pc:spChg>
        <pc:picChg chg="mod ord">
          <ac:chgData name="VB-Zimmerman-Gibson, Joshua (Virginia Beach)" userId="d08658ba-7f2c-4f82-b12e-30c210e6c7f4" providerId="ADAL" clId="{B7577925-A160-4B5F-A00D-882CCE4A7982}" dt="2026-01-11T23:19:31.336" v="56" actId="26606"/>
          <ac:picMkLst>
            <pc:docMk/>
            <pc:sldMk cId="1117094557" sldId="2569"/>
            <ac:picMk id="8" creationId="{B6DD507D-4017-4875-8A92-7EC42A16DB1F}"/>
          </ac:picMkLst>
        </pc:picChg>
      </pc:sldChg>
      <pc:sldChg chg="addSp delSp modSp mod modClrScheme chgLayout modNotesTx">
        <pc:chgData name="VB-Zimmerman-Gibson, Joshua (Virginia Beach)" userId="d08658ba-7f2c-4f82-b12e-30c210e6c7f4" providerId="ADAL" clId="{B7577925-A160-4B5F-A00D-882CCE4A7982}" dt="2026-01-11T23:23:14.329" v="70" actId="20577"/>
        <pc:sldMkLst>
          <pc:docMk/>
          <pc:sldMk cId="346681779" sldId="2571"/>
        </pc:sldMkLst>
        <pc:spChg chg="mod">
          <ac:chgData name="VB-Zimmerman-Gibson, Joshua (Virginia Beach)" userId="d08658ba-7f2c-4f82-b12e-30c210e6c7f4" providerId="ADAL" clId="{B7577925-A160-4B5F-A00D-882CCE4A7982}" dt="2026-01-11T23:19:42.865" v="58" actId="26606"/>
          <ac:spMkLst>
            <pc:docMk/>
            <pc:sldMk cId="346681779" sldId="2571"/>
            <ac:spMk id="2" creationId="{C492911E-19AF-CF09-4739-8C97D5E70D98}"/>
          </ac:spMkLst>
        </pc:spChg>
        <pc:spChg chg="mod">
          <ac:chgData name="VB-Zimmerman-Gibson, Joshua (Virginia Beach)" userId="d08658ba-7f2c-4f82-b12e-30c210e6c7f4" providerId="ADAL" clId="{B7577925-A160-4B5F-A00D-882CCE4A7982}" dt="2026-01-11T23:19:42.865" v="58" actId="26606"/>
          <ac:spMkLst>
            <pc:docMk/>
            <pc:sldMk cId="346681779" sldId="2571"/>
            <ac:spMk id="5" creationId="{1C53F00C-5864-EC19-C791-66BAD0FFF7BC}"/>
          </ac:spMkLst>
        </pc:spChg>
        <pc:spChg chg="mod">
          <ac:chgData name="VB-Zimmerman-Gibson, Joshua (Virginia Beach)" userId="d08658ba-7f2c-4f82-b12e-30c210e6c7f4" providerId="ADAL" clId="{B7577925-A160-4B5F-A00D-882CCE4A7982}" dt="2026-01-11T23:19:42.865" v="58" actId="26606"/>
          <ac:spMkLst>
            <pc:docMk/>
            <pc:sldMk cId="346681779" sldId="2571"/>
            <ac:spMk id="6" creationId="{DD847083-D841-2EED-62EE-71DE881E90A9}"/>
          </ac:spMkLst>
        </pc:spChg>
        <pc:spChg chg="add del mod">
          <ac:chgData name="VB-Zimmerman-Gibson, Joshua (Virginia Beach)" userId="d08658ba-7f2c-4f82-b12e-30c210e6c7f4" providerId="ADAL" clId="{B7577925-A160-4B5F-A00D-882CCE4A7982}" dt="2026-01-11T23:19:46.681" v="59" actId="478"/>
          <ac:spMkLst>
            <pc:docMk/>
            <pc:sldMk cId="346681779" sldId="2571"/>
            <ac:spMk id="12" creationId="{1691EE31-8BDC-C751-7ED7-B55C6BA7172A}"/>
          </ac:spMkLst>
        </pc:spChg>
        <pc:spChg chg="add del mod">
          <ac:chgData name="VB-Zimmerman-Gibson, Joshua (Virginia Beach)" userId="d08658ba-7f2c-4f82-b12e-30c210e6c7f4" providerId="ADAL" clId="{B7577925-A160-4B5F-A00D-882CCE4A7982}" dt="2026-01-11T23:19:49.520" v="60" actId="478"/>
          <ac:spMkLst>
            <pc:docMk/>
            <pc:sldMk cId="346681779" sldId="2571"/>
            <ac:spMk id="14" creationId="{3D85E74E-79EB-A26C-A713-D4112E778D27}"/>
          </ac:spMkLst>
        </pc:spChg>
        <pc:picChg chg="add">
          <ac:chgData name="VB-Zimmerman-Gibson, Joshua (Virginia Beach)" userId="d08658ba-7f2c-4f82-b12e-30c210e6c7f4" providerId="ADAL" clId="{B7577925-A160-4B5F-A00D-882CCE4A7982}" dt="2026-01-11T23:19:42.865" v="58" actId="26606"/>
          <ac:picMkLst>
            <pc:docMk/>
            <pc:sldMk cId="346681779" sldId="2571"/>
            <ac:picMk id="8" creationId="{FC18CB80-E14D-A8FD-7463-B4A3C8E7A00C}"/>
          </ac:picMkLst>
        </pc:picChg>
      </pc:sldChg>
      <pc:sldChg chg="addSp delSp modSp mod modClrScheme chgLayout">
        <pc:chgData name="VB-Zimmerman-Gibson, Joshua (Virginia Beach)" userId="d08658ba-7f2c-4f82-b12e-30c210e6c7f4" providerId="ADAL" clId="{B7577925-A160-4B5F-A00D-882CCE4A7982}" dt="2026-01-11T23:20:09.161" v="63" actId="478"/>
        <pc:sldMkLst>
          <pc:docMk/>
          <pc:sldMk cId="2433905888" sldId="2573"/>
        </pc:sldMkLst>
        <pc:spChg chg="mod">
          <ac:chgData name="VB-Zimmerman-Gibson, Joshua (Virginia Beach)" userId="d08658ba-7f2c-4f82-b12e-30c210e6c7f4" providerId="ADAL" clId="{B7577925-A160-4B5F-A00D-882CCE4A7982}" dt="2026-01-11T23:20:04.182" v="61" actId="26606"/>
          <ac:spMkLst>
            <pc:docMk/>
            <pc:sldMk cId="2433905888" sldId="2573"/>
            <ac:spMk id="2" creationId="{5B996D6B-8098-98F1-4B83-EA24D21B023E}"/>
          </ac:spMkLst>
        </pc:spChg>
        <pc:spChg chg="mod">
          <ac:chgData name="VB-Zimmerman-Gibson, Joshua (Virginia Beach)" userId="d08658ba-7f2c-4f82-b12e-30c210e6c7f4" providerId="ADAL" clId="{B7577925-A160-4B5F-A00D-882CCE4A7982}" dt="2026-01-11T23:20:04.182" v="61" actId="26606"/>
          <ac:spMkLst>
            <pc:docMk/>
            <pc:sldMk cId="2433905888" sldId="2573"/>
            <ac:spMk id="5" creationId="{5207455D-A343-DEC4-9647-009B0F2B355C}"/>
          </ac:spMkLst>
        </pc:spChg>
        <pc:spChg chg="mod">
          <ac:chgData name="VB-Zimmerman-Gibson, Joshua (Virginia Beach)" userId="d08658ba-7f2c-4f82-b12e-30c210e6c7f4" providerId="ADAL" clId="{B7577925-A160-4B5F-A00D-882CCE4A7982}" dt="2026-01-11T23:20:04.182" v="61" actId="26606"/>
          <ac:spMkLst>
            <pc:docMk/>
            <pc:sldMk cId="2433905888" sldId="2573"/>
            <ac:spMk id="6" creationId="{E29E2B88-CC9E-94B0-9999-C5AFF0F61817}"/>
          </ac:spMkLst>
        </pc:spChg>
        <pc:spChg chg="add del mod">
          <ac:chgData name="VB-Zimmerman-Gibson, Joshua (Virginia Beach)" userId="d08658ba-7f2c-4f82-b12e-30c210e6c7f4" providerId="ADAL" clId="{B7577925-A160-4B5F-A00D-882CCE4A7982}" dt="2026-01-11T23:20:07.009" v="62" actId="478"/>
          <ac:spMkLst>
            <pc:docMk/>
            <pc:sldMk cId="2433905888" sldId="2573"/>
            <ac:spMk id="12" creationId="{5CDFB496-5702-DAF5-1BA9-669BF1638450}"/>
          </ac:spMkLst>
        </pc:spChg>
        <pc:spChg chg="add del mod">
          <ac:chgData name="VB-Zimmerman-Gibson, Joshua (Virginia Beach)" userId="d08658ba-7f2c-4f82-b12e-30c210e6c7f4" providerId="ADAL" clId="{B7577925-A160-4B5F-A00D-882CCE4A7982}" dt="2026-01-11T23:20:09.161" v="63" actId="478"/>
          <ac:spMkLst>
            <pc:docMk/>
            <pc:sldMk cId="2433905888" sldId="2573"/>
            <ac:spMk id="14" creationId="{CC07D8E7-3A89-066E-B3F9-DD687770A13A}"/>
          </ac:spMkLst>
        </pc:spChg>
        <pc:picChg chg="add">
          <ac:chgData name="VB-Zimmerman-Gibson, Joshua (Virginia Beach)" userId="d08658ba-7f2c-4f82-b12e-30c210e6c7f4" providerId="ADAL" clId="{B7577925-A160-4B5F-A00D-882CCE4A7982}" dt="2026-01-11T23:20:04.182" v="61" actId="26606"/>
          <ac:picMkLst>
            <pc:docMk/>
            <pc:sldMk cId="2433905888" sldId="2573"/>
            <ac:picMk id="8" creationId="{97B05E7F-F408-131A-D31D-5E198800E65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E4DF4-2430-4C60-9EDD-CF0FEDD37B46}" type="datetimeFigureOut">
              <a:t>1/11/2026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56C6A1-BAF1-4F46-BF46-DE3490074527}" type="slidenum">
              <a:t>‹#›</a:t>
            </a:fld>
            <a:endParaRPr lang="en-US"/>
          </a:p>
        </p:txBody>
      </p:sp>
    </p:spTree>
    <p:extLst>
      <p:ext uri="{BB962C8B-B14F-4D97-AF65-F5344CB8AC3E}">
        <p14:creationId xmlns:p14="http://schemas.microsoft.com/office/powerpoint/2010/main" val="39182063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p>
        </p:txBody>
      </p:sp>
      <p:sp>
        <p:nvSpPr>
          <p:cNvPr id="4" name="Slide Number Placeholder 3"/>
          <p:cNvSpPr>
            <a:spLocks noGrp="1"/>
          </p:cNvSpPr>
          <p:nvPr>
            <p:ph type="sldNum" sz="quarter" idx="5"/>
          </p:nvPr>
        </p:nvSpPr>
        <p:spPr/>
        <p:txBody>
          <a:bodyPr/>
          <a:lstStyle/>
          <a:p>
            <a:fld id="{DA926D9B-7E68-44AD-B11A-8AE344DE061C}" type="slidenum">
              <a:t>1</a:t>
            </a:fld>
            <a:endParaRPr lang="en-US"/>
          </a:p>
        </p:txBody>
      </p:sp>
    </p:spTree>
    <p:extLst>
      <p:ext uri="{BB962C8B-B14F-4D97-AF65-F5344CB8AC3E}">
        <p14:creationId xmlns:p14="http://schemas.microsoft.com/office/powerpoint/2010/main" val="6826348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docslib.org/doc/1305595/a-useful-guide-to-swot-analysis,https://parkdale.digital/blogs/news/baymard-institute-2024-checkout-usability-research,https://blog.hubspot.com/marketing/swot-analysis,https://www.jpmorgan.com/insights/payments/security-trust/pci-compliance-guide-protect-payment-data-and-prevent-fraud,https://www.primefactors.com/resources/blog/payments/complying-with-pci-dss-4-0/
</a:t>
            </a:r>
          </a:p>
        </p:txBody>
      </p:sp>
      <p:sp>
        <p:nvSpPr>
          <p:cNvPr id="4" name="Slide Number Placeholder 3"/>
          <p:cNvSpPr>
            <a:spLocks noGrp="1"/>
          </p:cNvSpPr>
          <p:nvPr>
            <p:ph type="sldNum" sz="quarter" idx="5"/>
          </p:nvPr>
        </p:nvSpPr>
        <p:spPr/>
        <p:txBody>
          <a:bodyPr/>
          <a:lstStyle/>
          <a:p>
            <a:fld id="{DA926D9B-7E68-44AD-B11A-8AE344DE061C}" type="slidenum">
              <a:t>2</a:t>
            </a:fld>
            <a:endParaRPr lang="en-US"/>
          </a:p>
        </p:txBody>
      </p:sp>
    </p:spTree>
    <p:extLst>
      <p:ext uri="{BB962C8B-B14F-4D97-AF65-F5344CB8AC3E}">
        <p14:creationId xmlns:p14="http://schemas.microsoft.com/office/powerpoint/2010/main" val="2255942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docslib.org/doc/1305595/a-useful-guide-to-swot-analysis,https://parkdale.digital/blogs/news/baymard-institute-2024-checkout-usability-research,https://blog.hubspot.com/marketing/swot-analysis,https://www.jpmorgan.com/insights/payments/security-trust/pci-compliance-guide-protect-payment-data-and-prevent-fraud,https://www.primefactors.com/resources/blog/payments/complying-with-pci-dss-4-0/
This presentation summarizes the findings from prior user research on a mobile e-commerce interface, focusing on sign-up, checkout, and payment screens. The goal is to translate these findings into a structured SWOT analysis and actionable design changes. The SWOT framework helps distinguish internal factors (strengths and weaknesses) from external factors (opportunities and threats), enabling strategic improvements. Research revealed high cart abandonment rates and usability issues that impact conversion. By addressing these issues and aligning with industry best practices and compliance standards such as PCI DSS, we can significantly improve user experience and trust. This deck will cover the SWOT matrix, detailed assessments, proposed design changes, and an implementation roadmap with KPIs to measure success.
</a:t>
            </a:r>
          </a:p>
        </p:txBody>
      </p:sp>
      <p:sp>
        <p:nvSpPr>
          <p:cNvPr id="4" name="Slide Number Placeholder 3"/>
          <p:cNvSpPr>
            <a:spLocks noGrp="1"/>
          </p:cNvSpPr>
          <p:nvPr>
            <p:ph type="sldNum" sz="quarter" idx="5"/>
          </p:nvPr>
        </p:nvSpPr>
        <p:spPr/>
        <p:txBody>
          <a:bodyPr/>
          <a:lstStyle/>
          <a:p>
            <a:fld id="{DA926D9B-7E68-44AD-B11A-8AE344DE061C}" type="slidenum">
              <a:t>3</a:t>
            </a:fld>
            <a:endParaRPr lang="en-US"/>
          </a:p>
        </p:txBody>
      </p:sp>
    </p:spTree>
    <p:extLst>
      <p:ext uri="{BB962C8B-B14F-4D97-AF65-F5344CB8AC3E}">
        <p14:creationId xmlns:p14="http://schemas.microsoft.com/office/powerpoint/2010/main" val="8047301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parkdale.digital/blogs/news/baymard-institute-2024-checkout-usability-research,https://blog.hubspot.com/marketing/swot-analysis,https://www.jpmorgan.com/insights/payments/security-trust/pci-compliance-guide-protect-payment-data-and-prevent-fraud,https://www.primefactors.com/resources/blog/payments/complying-with-pci-dss-4-0/
</a:t>
            </a:r>
          </a:p>
        </p:txBody>
      </p:sp>
      <p:sp>
        <p:nvSpPr>
          <p:cNvPr id="4" name="Slide Number Placeholder 3"/>
          <p:cNvSpPr>
            <a:spLocks noGrp="1"/>
          </p:cNvSpPr>
          <p:nvPr>
            <p:ph type="sldNum" sz="quarter" idx="5"/>
          </p:nvPr>
        </p:nvSpPr>
        <p:spPr/>
        <p:txBody>
          <a:bodyPr/>
          <a:lstStyle/>
          <a:p>
            <a:fld id="{DA926D9B-7E68-44AD-B11A-8AE344DE061C}" type="slidenum">
              <a:t>4</a:t>
            </a:fld>
            <a:endParaRPr lang="en-US"/>
          </a:p>
        </p:txBody>
      </p:sp>
    </p:spTree>
    <p:extLst>
      <p:ext uri="{BB962C8B-B14F-4D97-AF65-F5344CB8AC3E}">
        <p14:creationId xmlns:p14="http://schemas.microsoft.com/office/powerpoint/2010/main" val="2142053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arkdale.digital/blogs/news/baymard-institute-2024-checkout-usability-research,https://blog.hubspot.com/marketing/swot-analysis,https://www.jpmorgan.com/insights/payments/security-trust/pci-compliance-guide-protect-payment-data-and-prevent-fraud,https://www.primefactors.com/resources/blog/payments/complying-with-pci-dss-4-0/
The SWOT matrix organizes insights into four quadrants:
Strengths: Clean, uncluttered UI with clear visual hierarchy; social sign-in options; visible cart totals; consistent CTAs with adequate tap targets.
Weaknesses: Hidden password rules; anxiety-inducing CTA wording; limited trust cues near card entry; lack of fee/tax transparency; poor card input ergonomics.
Opportunities: Implement research-backed checkout best practices; add popular wallets and alternative payment methods; show delivery dates and cutoff countdowns; align trust messaging with PCI DSS.
Threats: High industry-wide abandonment rates; evolving PCI DSS compliance requirements; competitors offering one-tap wallets; rising consumer sensitivity to payment security.
</a:t>
            </a:r>
          </a:p>
        </p:txBody>
      </p:sp>
      <p:sp>
        <p:nvSpPr>
          <p:cNvPr id="4" name="Slide Number Placeholder 3"/>
          <p:cNvSpPr>
            <a:spLocks noGrp="1"/>
          </p:cNvSpPr>
          <p:nvPr>
            <p:ph type="sldNum" sz="quarter" idx="5"/>
          </p:nvPr>
        </p:nvSpPr>
        <p:spPr/>
        <p:txBody>
          <a:bodyPr/>
          <a:lstStyle/>
          <a:p>
            <a:fld id="{DA926D9B-7E68-44AD-B11A-8AE344DE061C}" type="slidenum">
              <a:t>5</a:t>
            </a:fld>
            <a:endParaRPr lang="en-US"/>
          </a:p>
        </p:txBody>
      </p:sp>
    </p:spTree>
    <p:extLst>
      <p:ext uri="{BB962C8B-B14F-4D97-AF65-F5344CB8AC3E}">
        <p14:creationId xmlns:p14="http://schemas.microsoft.com/office/powerpoint/2010/main" val="1130262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Internal Strengths, Internal Weaknesses, External Opportunities, External Threats</a:t>
            </a:r>
          </a:p>
        </p:txBody>
      </p:sp>
      <p:sp>
        <p:nvSpPr>
          <p:cNvPr id="4" name="Slide Number Placeholder 3"/>
          <p:cNvSpPr>
            <a:spLocks noGrp="1"/>
          </p:cNvSpPr>
          <p:nvPr>
            <p:ph type="sldNum" sz="quarter" idx="5"/>
          </p:nvPr>
        </p:nvSpPr>
        <p:spPr/>
        <p:txBody>
          <a:bodyPr/>
          <a:lstStyle/>
          <a:p>
            <a:fld id="{DA926D9B-7E68-44AD-B11A-8AE344DE061C}" type="slidenum">
              <a:t>6</a:t>
            </a:fld>
            <a:endParaRPr lang="en-US"/>
          </a:p>
        </p:txBody>
      </p:sp>
    </p:spTree>
    <p:extLst>
      <p:ext uri="{BB962C8B-B14F-4D97-AF65-F5344CB8AC3E}">
        <p14:creationId xmlns:p14="http://schemas.microsoft.com/office/powerpoint/2010/main" val="1324038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Strengths include visual clarity in checkout, which reduces cognitive load and aids quick decision-making. Social sign-in options provide a low-friction path for returning users, while consistent CTAs with strong contrast and adequate touch targets support error prevention and efficiency. These factors collectively enhance usability and user confidence during critical steps of the purchase journey.</a:t>
            </a:r>
          </a:p>
        </p:txBody>
      </p:sp>
      <p:sp>
        <p:nvSpPr>
          <p:cNvPr id="4" name="Slide Number Placeholder 3"/>
          <p:cNvSpPr>
            <a:spLocks noGrp="1"/>
          </p:cNvSpPr>
          <p:nvPr>
            <p:ph type="sldNum" sz="quarter" idx="5"/>
          </p:nvPr>
        </p:nvSpPr>
        <p:spPr/>
        <p:txBody>
          <a:bodyPr/>
          <a:lstStyle/>
          <a:p>
            <a:fld id="{DA926D9B-7E68-44AD-B11A-8AE344DE061C}" type="slidenum">
              <a:t>7</a:t>
            </a:fld>
            <a:endParaRPr lang="en-US"/>
          </a:p>
        </p:txBody>
      </p:sp>
    </p:spTree>
    <p:extLst>
      <p:ext uri="{BB962C8B-B14F-4D97-AF65-F5344CB8AC3E}">
        <p14:creationId xmlns:p14="http://schemas.microsoft.com/office/powerpoint/2010/main" val="3483350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Weaknesses identified include poor password requirement visibility, causing user hesitation and errors; anxiety-provoking CTAs such as 'Buy now' and 'Pay now' that create uncertainty; insufficient trust cues near card fields; lack of early fee/tax transparency; and inadequate card entry ergonomics, such as missing auto-formatting and weak error feedback. These issues increase friction and abandonment risk.</a:t>
            </a:r>
          </a:p>
        </p:txBody>
      </p:sp>
      <p:sp>
        <p:nvSpPr>
          <p:cNvPr id="4" name="Slide Number Placeholder 3"/>
          <p:cNvSpPr>
            <a:spLocks noGrp="1"/>
          </p:cNvSpPr>
          <p:nvPr>
            <p:ph type="sldNum" sz="quarter" idx="5"/>
          </p:nvPr>
        </p:nvSpPr>
        <p:spPr/>
        <p:txBody>
          <a:bodyPr/>
          <a:lstStyle/>
          <a:p>
            <a:fld id="{DA926D9B-7E68-44AD-B11A-8AE344DE061C}" type="slidenum">
              <a:t>8</a:t>
            </a:fld>
            <a:endParaRPr lang="en-US"/>
          </a:p>
        </p:txBody>
      </p:sp>
    </p:spTree>
    <p:extLst>
      <p:ext uri="{BB962C8B-B14F-4D97-AF65-F5344CB8AC3E}">
        <p14:creationId xmlns:p14="http://schemas.microsoft.com/office/powerpoint/2010/main" val="29648785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Opportunities include implementing proven checkout UX best practices to reduce abandonment, adding popular wallets like Apple Pay and Google Pay to meet user expectations, displaying delivery dates and dynamic cutoff timers for clarity, and reinforcing trust through PCI DSS-aligned messaging. These changes can improve conversion rates and user confidence significantly.</a:t>
            </a:r>
          </a:p>
        </p:txBody>
      </p:sp>
      <p:sp>
        <p:nvSpPr>
          <p:cNvPr id="4" name="Slide Number Placeholder 3"/>
          <p:cNvSpPr>
            <a:spLocks noGrp="1"/>
          </p:cNvSpPr>
          <p:nvPr>
            <p:ph type="sldNum" sz="quarter" idx="5"/>
          </p:nvPr>
        </p:nvSpPr>
        <p:spPr/>
        <p:txBody>
          <a:bodyPr/>
          <a:lstStyle/>
          <a:p>
            <a:fld id="{DA926D9B-7E68-44AD-B11A-8AE344DE061C}" type="slidenum">
              <a:t>9</a:t>
            </a:fld>
            <a:endParaRPr lang="en-US"/>
          </a:p>
        </p:txBody>
      </p:sp>
    </p:spTree>
    <p:extLst>
      <p:ext uri="{BB962C8B-B14F-4D97-AF65-F5344CB8AC3E}">
        <p14:creationId xmlns:p14="http://schemas.microsoft.com/office/powerpoint/2010/main" val="12039238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Threats include persistent high abandonment rates across the industry, stricter PCI DSS compliance requirements that pose regulatory risks, competitors offering seamless one-tap wallet experiences, and growing consumer concerns about payment security. Failure to address these threats could result in lost revenue and diminished brand trust.</a:t>
            </a:r>
          </a:p>
        </p:txBody>
      </p:sp>
      <p:sp>
        <p:nvSpPr>
          <p:cNvPr id="4" name="Slide Number Placeholder 3"/>
          <p:cNvSpPr>
            <a:spLocks noGrp="1"/>
          </p:cNvSpPr>
          <p:nvPr>
            <p:ph type="sldNum" sz="quarter" idx="5"/>
          </p:nvPr>
        </p:nvSpPr>
        <p:spPr/>
        <p:txBody>
          <a:bodyPr/>
          <a:lstStyle/>
          <a:p>
            <a:fld id="{DA926D9B-7E68-44AD-B11A-8AE344DE061C}" type="slidenum">
              <a:t>10</a:t>
            </a:fld>
            <a:endParaRPr lang="en-US"/>
          </a:p>
        </p:txBody>
      </p:sp>
    </p:spTree>
    <p:extLst>
      <p:ext uri="{BB962C8B-B14F-4D97-AF65-F5344CB8AC3E}">
        <p14:creationId xmlns:p14="http://schemas.microsoft.com/office/powerpoint/2010/main" val="2804337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https://blog.hubspot.com/marketing/swot-analysis,https://www.jpmorgan.com/insights/payments/security-trust/pci-compliance-guide-protect-payment-data-and-prevent-fraud,https://www.primefactors.com/resources/blog/payments/complying-with-pci-dss-4-0/
</a:t>
            </a:r>
          </a:p>
        </p:txBody>
      </p:sp>
      <p:sp>
        <p:nvSpPr>
          <p:cNvPr id="4" name="Slide Number Placeholder 3"/>
          <p:cNvSpPr>
            <a:spLocks noGrp="1"/>
          </p:cNvSpPr>
          <p:nvPr>
            <p:ph type="sldNum" sz="quarter" idx="5"/>
          </p:nvPr>
        </p:nvSpPr>
        <p:spPr/>
        <p:txBody>
          <a:bodyPr/>
          <a:lstStyle/>
          <a:p>
            <a:fld id="{DA926D9B-7E68-44AD-B11A-8AE344DE061C}" type="slidenum">
              <a:t>11</a:t>
            </a:fld>
            <a:endParaRPr lang="en-US"/>
          </a:p>
        </p:txBody>
      </p:sp>
    </p:spTree>
    <p:extLst>
      <p:ext uri="{BB962C8B-B14F-4D97-AF65-F5344CB8AC3E}">
        <p14:creationId xmlns:p14="http://schemas.microsoft.com/office/powerpoint/2010/main" val="65692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
This slide references information from the following file: https://blog.hubspot.com/marketing/swot-analysis,https://www.jpmorgan.com/insights/payments/security-trust/pci-compliance-guide-protect-payment-data-and-prevent-fraud,https://www.primefactors.com/resources/blog/payments/complying-with-pci-dss-4-0/
Based on the SWOT analysis, the following design changes are recommended:
1. Add inline password rules and real-time validation with strength indicators.
2. Rename CTAs to reduce anxiety, e.g., 'Proceed to payment' followed by 'Place order'.
3. Provide early visibility of estimated taxes and shipping costs with expandable breakdowns.
4. Display trust cues near card fields, including lock icons and PCI DSS compliance statements.
5. Improve card entry ergonomics with auto-formatting, Luhn validation, and clear error messages.
6. Integrate popular wallets and alternative payment methods.
7. Mark required and optional fields explicitly; hide uncommon optional fields behind expanders.
8. Show delivery dates and dynamic cutoff countdowns.
9. Use plus/minus buttons with text fields for quantity adjustments to reduce input errors.
</a:t>
            </a:r>
          </a:p>
        </p:txBody>
      </p:sp>
      <p:sp>
        <p:nvSpPr>
          <p:cNvPr id="4" name="Slide Number Placeholder 3"/>
          <p:cNvSpPr>
            <a:spLocks noGrp="1"/>
          </p:cNvSpPr>
          <p:nvPr>
            <p:ph type="sldNum" sz="quarter" idx="5"/>
          </p:nvPr>
        </p:nvSpPr>
        <p:spPr/>
        <p:txBody>
          <a:bodyPr/>
          <a:lstStyle/>
          <a:p>
            <a:fld id="{DA926D9B-7E68-44AD-B11A-8AE344DE061C}" type="slidenum">
              <a:t>12</a:t>
            </a:fld>
            <a:endParaRPr lang="en-US"/>
          </a:p>
        </p:txBody>
      </p:sp>
    </p:spTree>
    <p:extLst>
      <p:ext uri="{BB962C8B-B14F-4D97-AF65-F5344CB8AC3E}">
        <p14:creationId xmlns:p14="http://schemas.microsoft.com/office/powerpoint/2010/main" val="22071515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Roadmap and KPIs</a:t>
            </a:r>
          </a:p>
        </p:txBody>
      </p:sp>
      <p:sp>
        <p:nvSpPr>
          <p:cNvPr id="4" name="Slide Number Placeholder 3"/>
          <p:cNvSpPr>
            <a:spLocks noGrp="1"/>
          </p:cNvSpPr>
          <p:nvPr>
            <p:ph type="sldNum" sz="quarter" idx="5"/>
          </p:nvPr>
        </p:nvSpPr>
        <p:spPr/>
        <p:txBody>
          <a:bodyPr/>
          <a:lstStyle/>
          <a:p>
            <a:fld id="{DA926D9B-7E68-44AD-B11A-8AE344DE061C}" type="slidenum">
              <a:t>13</a:t>
            </a:fld>
            <a:endParaRPr lang="en-US"/>
          </a:p>
        </p:txBody>
      </p:sp>
    </p:spTree>
    <p:extLst>
      <p:ext uri="{BB962C8B-B14F-4D97-AF65-F5344CB8AC3E}">
        <p14:creationId xmlns:p14="http://schemas.microsoft.com/office/powerpoint/2010/main" val="17194038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Implementation will occur in sprints: Sprint 1 focuses on microcopy and password UX; Sprint 2 addresses card field formatting and trust cues; Sprint 3 introduces fee breakdowns, delivery dates, and quantity controls; Sprint 4 adds wallet integrations and analytics. KPIs include task completion rate, time on payment step, error rate per field, abandonment at each step, conversion rate, SUS scores, and post-purchase trust ratings. These metrics will validate the impact of design changes and guide iterative improvements.</a:t>
            </a:r>
          </a:p>
        </p:txBody>
      </p:sp>
      <p:sp>
        <p:nvSpPr>
          <p:cNvPr id="4" name="Slide Number Placeholder 3"/>
          <p:cNvSpPr>
            <a:spLocks noGrp="1"/>
          </p:cNvSpPr>
          <p:nvPr>
            <p:ph type="sldNum" sz="quarter" idx="5"/>
          </p:nvPr>
        </p:nvSpPr>
        <p:spPr/>
        <p:txBody>
          <a:bodyPr/>
          <a:lstStyle/>
          <a:p>
            <a:fld id="{DA926D9B-7E68-44AD-B11A-8AE344DE061C}" type="slidenum">
              <a:t>14</a:t>
            </a:fld>
            <a:endParaRPr lang="en-US"/>
          </a:p>
        </p:txBody>
      </p:sp>
    </p:spTree>
    <p:extLst>
      <p:ext uri="{BB962C8B-B14F-4D97-AF65-F5344CB8AC3E}">
        <p14:creationId xmlns:p14="http://schemas.microsoft.com/office/powerpoint/2010/main" val="14765873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docslib.org/doc/1305595/a-useful-guide-to-swot-analysis,https://parkdale.digital/blogs/news/baymard-institute-2024-checkout-usability-research,https://blog.hubspot.com/marketing/swot-analysis,https://www.jpmorgan.com/insights/payments/security-trust/pci-compliance-guide-protect-payment-data-and-prevent-fraud,https://www.primefactors.com/resources/blog/payments/complying-with-pci-dss-4-0/
</a:t>
            </a:r>
            <a:r>
              <a:rPr lang="en-US" dirty="0" err="1"/>
              <a:t>Baymard</a:t>
            </a:r>
            <a:r>
              <a:rPr lang="en-US" dirty="0"/>
              <a:t> Institute. (n.d.). E-commerce checkout usability: An original research study. https://baymard.com/research/checkout-usability
</a:t>
            </a:r>
            <a:r>
              <a:rPr lang="en-US" dirty="0" err="1"/>
              <a:t>Baymard</a:t>
            </a:r>
            <a:r>
              <a:rPr lang="en-US" dirty="0"/>
              <a:t> Institute. (2025, November 25). Checkout UX 2025: 10 pitfalls and best practices. https://baymard.com/blog/current-state-of-checkout-ux
</a:t>
            </a:r>
            <a:r>
              <a:rPr lang="en-US" dirty="0" err="1"/>
              <a:t>Baymard</a:t>
            </a:r>
            <a:r>
              <a:rPr lang="en-US" dirty="0"/>
              <a:t> Institute. (2017). Checkout optimization &amp; reducing abandonments: Six ways to retain users from “Add to Cart” through order completion. https://m.media-amazon.com/images/G/02/amazonservices/payments/website/Baymard_Report_Final._CB512367315_.pdf
PCI Security Standards Council. (2008). PCI data storage do’s and don’ts. https://www.pcisecuritystandards.org/pdfs/pci_fs_data_storage.pdf
PCI Security Standards Council. (2024, June). Payment Card Industry Data Security Standard (PCI DSS) v4.0.1: Requirements and testing procedures. https://www.middlebury.edu/sites/default/files/2025-01/PCI-DSS-v4_0_1.pdf
</a:t>
            </a:r>
            <a:r>
              <a:rPr lang="en-US" dirty="0" err="1"/>
              <a:t>Sarsby</a:t>
            </a:r>
            <a:r>
              <a:rPr lang="en-US" dirty="0"/>
              <a:t>, A. (2012). A useful guide to SWOT analysis. </a:t>
            </a:r>
            <a:r>
              <a:rPr lang="en-US" dirty="0" err="1"/>
              <a:t>Pansophix</a:t>
            </a:r>
            <a:r>
              <a:rPr lang="en-US" dirty="0"/>
              <a:t>. https://pdf4pro.com/file/1168ba/media_6158020_a_useful_guide_to_swot_analysis.pdf.pdf
</a:t>
            </a:r>
          </a:p>
        </p:txBody>
      </p:sp>
      <p:sp>
        <p:nvSpPr>
          <p:cNvPr id="4" name="Slide Number Placeholder 3"/>
          <p:cNvSpPr>
            <a:spLocks noGrp="1"/>
          </p:cNvSpPr>
          <p:nvPr>
            <p:ph type="sldNum" sz="quarter" idx="5"/>
          </p:nvPr>
        </p:nvSpPr>
        <p:spPr/>
        <p:txBody>
          <a:bodyPr/>
          <a:lstStyle/>
          <a:p>
            <a:fld id="{DA926D9B-7E68-44AD-B11A-8AE344DE061C}" type="slidenum">
              <a:t>15</a:t>
            </a:fld>
            <a:endParaRPr lang="en-US"/>
          </a:p>
        </p:txBody>
      </p:sp>
    </p:spTree>
    <p:extLst>
      <p:ext uri="{BB962C8B-B14F-4D97-AF65-F5344CB8AC3E}">
        <p14:creationId xmlns:p14="http://schemas.microsoft.com/office/powerpoint/2010/main" val="18532274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3" name="Straight Connector 12">
            <a:extLst>
              <a:ext uri="{FF2B5EF4-FFF2-40B4-BE49-F238E27FC236}">
                <a16:creationId xmlns:a16="http://schemas.microsoft.com/office/drawing/2014/main" id="{1CBB8E81-5147-5506-5F4B-DBC0E7AF26E1}"/>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96332" y="768924"/>
            <a:ext cx="0" cy="48006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 uri="{C183D7F6-B498-43B3-948B-1728B52AA6E4}">
                <adec:decorative xmlns:adec="http://schemas.microsoft.com/office/drawing/2017/decorative" val="0"/>
              </a:ext>
            </a:extLst>
          </p:cNvPr>
          <p:cNvSpPr>
            <a:spLocks noGrp="1"/>
          </p:cNvSpPr>
          <p:nvPr>
            <p:ph type="pic" sz="quarter" idx="14" hasCustomPrompt="1"/>
          </p:nvPr>
        </p:nvSpPr>
        <p:spPr>
          <a:xfrm>
            <a:off x="5503863" y="1354138"/>
            <a:ext cx="5322887" cy="448151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914400" y="831992"/>
            <a:ext cx="5897880" cy="4258956"/>
          </a:xfrm>
          <a:solidFill>
            <a:schemeClr val="bg2"/>
          </a:solidFill>
        </p:spPr>
        <p:txBody>
          <a:bodyPr lIns="182880" rIns="228600" bIns="91440" anchor="b">
            <a:normAutofit/>
          </a:bodyPr>
          <a:lstStyle>
            <a:lvl1pPr algn="r">
              <a:lnSpc>
                <a:spcPct val="80000"/>
              </a:lnSpc>
              <a:defRPr sz="720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05431" y="5372809"/>
            <a:ext cx="2364946" cy="909119"/>
          </a:xfrm>
          <a:solidFill>
            <a:schemeClr val="bg2"/>
          </a:solidFill>
        </p:spPr>
        <p:txBody>
          <a:bodyPr vert="horz" lIns="91440" tIns="45720" rIns="91440" bIns="45720" rtlCol="0" anchor="b">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547529" y="612251"/>
            <a:ext cx="2070397" cy="518965"/>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7326" y="5229935"/>
            <a:ext cx="1223795" cy="365125"/>
          </a:xfrm>
          <a:solidFill>
            <a:schemeClr val="bg2"/>
          </a:solidFill>
        </p:spPr>
        <p:txBody>
          <a:bodyPr rIns="182880"/>
          <a:lstStyle/>
          <a:p>
            <a:fld id="{F695BADC-4FD4-44DC-8CD5-A8F9C57A8D9D}"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01400" y="6029866"/>
            <a:ext cx="461438"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976228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2986" y="265728"/>
            <a:ext cx="10981137" cy="1325563"/>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2986" y="1736176"/>
            <a:ext cx="10981137" cy="41988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D849E410-BE9E-427B-BCB5-604E33C4348E}"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31231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703AEE2D-28E0-27BB-C888-0E680A8672DD}"/>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9" name="Picture Placeholder 18">
            <a:extLst>
              <a:ext uri="{FF2B5EF4-FFF2-40B4-BE49-F238E27FC236}">
                <a16:creationId xmlns:a16="http://schemas.microsoft.com/office/drawing/2014/main" id="{A4559E1C-1A97-34BF-0042-9A52A91DA7B8}"/>
              </a:ext>
            </a:extLst>
          </p:cNvPr>
          <p:cNvSpPr>
            <a:spLocks noGrp="1"/>
          </p:cNvSpPr>
          <p:nvPr>
            <p:ph type="pic" sz="quarter" idx="13" hasCustomPrompt="1"/>
          </p:nvPr>
        </p:nvSpPr>
        <p:spPr>
          <a:xfrm>
            <a:off x="0" y="0"/>
            <a:ext cx="8077200" cy="5486400"/>
          </a:xfrm>
          <a:custGeom>
            <a:avLst/>
            <a:gdLst>
              <a:gd name="connsiteX0" fmla="*/ 0 w 8077200"/>
              <a:gd name="connsiteY0" fmla="*/ 0 h 5486400"/>
              <a:gd name="connsiteX1" fmla="*/ 8077200 w 8077200"/>
              <a:gd name="connsiteY1" fmla="*/ 0 h 5486400"/>
              <a:gd name="connsiteX2" fmla="*/ 8077200 w 8077200"/>
              <a:gd name="connsiteY2" fmla="*/ 3429000 h 5486400"/>
              <a:gd name="connsiteX3" fmla="*/ 4003452 w 8077200"/>
              <a:gd name="connsiteY3" fmla="*/ 3429000 h 5486400"/>
              <a:gd name="connsiteX4" fmla="*/ 4003452 w 8077200"/>
              <a:gd name="connsiteY4" fmla="*/ 5486400 h 5486400"/>
              <a:gd name="connsiteX5" fmla="*/ 0 w 8077200"/>
              <a:gd name="connsiteY5" fmla="*/ 5486400 h 5486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77200" h="5486400">
                <a:moveTo>
                  <a:pt x="0" y="0"/>
                </a:moveTo>
                <a:lnTo>
                  <a:pt x="8077200" y="0"/>
                </a:lnTo>
                <a:lnTo>
                  <a:pt x="8077200" y="3429000"/>
                </a:lnTo>
                <a:lnTo>
                  <a:pt x="4003452" y="3429000"/>
                </a:lnTo>
                <a:lnTo>
                  <a:pt x="4003452" y="5486400"/>
                </a:lnTo>
                <a:lnTo>
                  <a:pt x="0" y="54864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004737" y="3339967"/>
            <a:ext cx="6838935" cy="2657530"/>
          </a:xfrm>
          <a:solidFill>
            <a:schemeClr val="bg2"/>
          </a:solidFill>
        </p:spPr>
        <p:txBody>
          <a:bodyPr vert="horz" lIns="137160" tIns="228600" rIns="91440" bIns="137160" rtlCol="0" anchor="t">
            <a:normAutofit/>
          </a:bodyPr>
          <a:lstStyle>
            <a:lvl1pPr>
              <a:lnSpc>
                <a:spcPct val="80000"/>
              </a:lnSpc>
              <a:defRPr lang="en-US" sz="68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4004737" y="5997496"/>
            <a:ext cx="6881278" cy="582705"/>
          </a:xfrm>
        </p:spPr>
        <p:txBody>
          <a:bodyPr vert="horz" lIns="164592" tIns="45720" rIns="91440" bIns="45720" rtlCol="0">
            <a:normAutofit/>
          </a:bodyPr>
          <a:lstStyle>
            <a:lvl1pPr marL="0" indent="0">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465270" y="446266"/>
            <a:ext cx="3156629" cy="582705"/>
          </a:xfrm>
          <a:solidFill>
            <a:schemeClr val="bg2"/>
          </a:solidFill>
        </p:spPr>
        <p:txBody>
          <a:bodyPr anchor="ct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90996" y="5229935"/>
            <a:ext cx="1223793" cy="365125"/>
          </a:xfrm>
          <a:solidFill>
            <a:schemeClr val="bg2"/>
          </a:solidFill>
        </p:spPr>
        <p:txBody>
          <a:bodyPr rIns="182880"/>
          <a:lstStyle/>
          <a:p>
            <a:fld id="{FA9F19E7-5A41-482B-8FA2-1C0353416DB6}"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19688" y="6029868"/>
            <a:ext cx="429372"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44521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396003"/>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3" name="Picture Placeholder 12">
            <a:extLst>
              <a:ext uri="{FF2B5EF4-FFF2-40B4-BE49-F238E27FC236}">
                <a16:creationId xmlns:a16="http://schemas.microsoft.com/office/drawing/2014/main" id="{FD120947-D69A-84F3-7617-0239E8E5C7F8}"/>
              </a:ext>
              <a:ext uri="{C183D7F6-B498-43B3-948B-1728B52AA6E4}">
                <adec:decorative xmlns:adec="http://schemas.microsoft.com/office/drawing/2017/decorative" val="0"/>
              </a:ext>
            </a:extLst>
          </p:cNvPr>
          <p:cNvSpPr>
            <a:spLocks noGrp="1"/>
          </p:cNvSpPr>
          <p:nvPr>
            <p:ph type="pic" sz="quarter" idx="13" hasCustomPrompt="1"/>
          </p:nvPr>
        </p:nvSpPr>
        <p:spPr>
          <a:xfrm>
            <a:off x="-791" y="1371600"/>
            <a:ext cx="6706392" cy="54864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4133850" y="685799"/>
            <a:ext cx="6373670" cy="2743201"/>
          </a:xfrm>
          <a:solidFill>
            <a:schemeClr val="bg2"/>
          </a:solidFill>
        </p:spPr>
        <p:txBody>
          <a:bodyPr vert="horz" lIns="182880" tIns="45720" rIns="91440" bIns="91440" rtlCol="0" anchor="b">
            <a:normAutofit/>
          </a:bodyPr>
          <a:lstStyle>
            <a:lvl1pPr>
              <a:lnSpc>
                <a:spcPct val="80000"/>
              </a:lnSpc>
              <a:defRPr lang="en-US" sz="6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7500457" y="5570290"/>
            <a:ext cx="4114799" cy="699518"/>
          </a:xfrm>
        </p:spPr>
        <p:txBody>
          <a:bodyPr vert="horz" lIns="91440" tIns="45720" rIns="91440" bIns="45720" rtlCol="0" anchor="b">
            <a:normAutofit/>
          </a:bodyPr>
          <a:lstStyle>
            <a:lvl1pPr marL="0" indent="0" algn="r">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6" name="Slide Number Placeholder 5">
            <a:extLst>
              <a:ext uri="{FF2B5EF4-FFF2-40B4-BE49-F238E27FC236}">
                <a16:creationId xmlns:a16="http://schemas.microsoft.com/office/drawing/2014/main" id="{B945FE83-3A40-27CC-D68D-E889297B8CA2}"/>
              </a:ext>
            </a:extLst>
          </p:cNvPr>
          <p:cNvSpPr>
            <a:spLocks noGrp="1"/>
          </p:cNvSpPr>
          <p:nvPr>
            <p:ph type="sldNum" sz="quarter" idx="14"/>
          </p:nvPr>
        </p:nvSpPr>
        <p:spPr>
          <a:xfrm>
            <a:off x="145716" y="508084"/>
            <a:ext cx="429372" cy="365125"/>
          </a:xfrm>
          <a:noFill/>
        </p:spPr>
        <p:txBody>
          <a:bodyPr/>
          <a:lstStyle/>
          <a:p>
            <a:fld id="{27F8DDA4-3B80-4E8A-A8F5-521F73BF9127}" type="slidenum">
              <a:rPr lang="en-US" smtClean="0"/>
              <a:t>‹#›</a:t>
            </a:fld>
            <a:endParaRPr lang="en-US"/>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603663" y="508084"/>
            <a:ext cx="1203320" cy="365125"/>
          </a:xfrm>
          <a:solidFill>
            <a:schemeClr val="bg2"/>
          </a:solidFill>
        </p:spPr>
        <p:txBody>
          <a:bodyPr/>
          <a:lstStyle>
            <a:lvl1pPr algn="l">
              <a:defRPr/>
            </a:lvl1pPr>
          </a:lstStyle>
          <a:p>
            <a:fld id="{D666FC17-48E9-4EB3-BB0E-C81F4FBF1D65}" type="datetime1">
              <a:rPr lang="en-US" smtClean="0"/>
              <a:t>1/11/2026</a:t>
            </a:fld>
            <a:endParaRPr lang="en-US"/>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10134603" y="612063"/>
            <a:ext cx="1487296" cy="478334"/>
          </a:xfrm>
          <a:solidFill>
            <a:schemeClr val="bg2"/>
          </a:solidFill>
        </p:spPr>
        <p:txBody>
          <a:bodyPr anchor="t"/>
          <a:lstStyle>
            <a:lvl1pPr algn="r">
              <a:defRPr sz="1050"/>
            </a:lvl1pPr>
          </a:lstStyle>
          <a:p>
            <a:r>
              <a:rPr lang="en-US"/>
              <a:t>Sample Footer Text</a:t>
            </a:r>
          </a:p>
        </p:txBody>
      </p:sp>
    </p:spTree>
    <p:extLst>
      <p:ext uri="{BB962C8B-B14F-4D97-AF65-F5344CB8AC3E}">
        <p14:creationId xmlns:p14="http://schemas.microsoft.com/office/powerpoint/2010/main" val="2963274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7" name="Straight Connector 6">
            <a:extLst>
              <a:ext uri="{FF2B5EF4-FFF2-40B4-BE49-F238E27FC236}">
                <a16:creationId xmlns:a16="http://schemas.microsoft.com/office/drawing/2014/main" id="{34852B95-CFB8-EEBE-3973-7363B361118A}"/>
              </a:ext>
              <a:ext uri="{C183D7F6-B498-43B3-948B-1728B52AA6E4}">
                <adec:decorative xmlns:adec="http://schemas.microsoft.com/office/drawing/2017/decorative" val="1"/>
              </a:ext>
            </a:extLst>
          </p:cNvPr>
          <p:cNvCxnSpPr>
            <a:cxnSpLocks/>
          </p:cNvCxnSpPr>
          <p:nvPr/>
        </p:nvCxnSpPr>
        <p:spPr>
          <a:xfrm>
            <a:off x="687188" y="1339110"/>
            <a:ext cx="0" cy="33528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923544" y="6212428"/>
            <a:ext cx="10326625"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10" name="Picture Placeholder 9">
            <a:extLst>
              <a:ext uri="{FF2B5EF4-FFF2-40B4-BE49-F238E27FC236}">
                <a16:creationId xmlns:a16="http://schemas.microsoft.com/office/drawing/2014/main" id="{F1A205B3-F30A-B2B0-2AFF-593443D32773}"/>
              </a:ext>
            </a:extLst>
          </p:cNvPr>
          <p:cNvSpPr>
            <a:spLocks noGrp="1"/>
          </p:cNvSpPr>
          <p:nvPr>
            <p:ph type="pic" sz="quarter" idx="14" hasCustomPrompt="1"/>
          </p:nvPr>
        </p:nvSpPr>
        <p:spPr>
          <a:xfrm>
            <a:off x="4800600" y="1371600"/>
            <a:ext cx="6705599" cy="4191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500213" y="3447288"/>
            <a:ext cx="5852160" cy="3072792"/>
          </a:xfrm>
          <a:solidFill>
            <a:schemeClr val="bg2"/>
          </a:solidFill>
        </p:spPr>
        <p:txBody>
          <a:bodyPr vert="horz" lIns="182880" tIns="45720" rIns="228600" bIns="91440" rtlCol="0" anchor="b">
            <a:normAutofit/>
          </a:bodyPr>
          <a:lstStyle>
            <a:lvl1pPr>
              <a:lnSpc>
                <a:spcPct val="80000"/>
              </a:lnSpc>
              <a:defRPr lang="en-US" sz="72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92362" y="612648"/>
            <a:ext cx="3248116" cy="758952"/>
          </a:xfrm>
          <a:solidFill>
            <a:schemeClr val="bg2"/>
          </a:solidFill>
        </p:spPr>
        <p:txBody>
          <a:bodyPr vert="horz" lIns="91440" tIns="45720" rIns="91440" bIns="45720" rtlCol="0">
            <a:normAutofit/>
          </a:bodyPr>
          <a:lstStyle>
            <a:lvl1pPr marL="0" indent="0">
              <a:lnSpc>
                <a:spcPct val="100000"/>
              </a:lnSpc>
              <a:buNone/>
              <a:defRPr lang="en-US" sz="1600" cap="all" baseline="0" dirty="0">
                <a:solidFill>
                  <a:schemeClr val="accent3">
                    <a:lumMod val="75000"/>
                  </a:schemeClr>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8763000" y="620267"/>
            <a:ext cx="2854926" cy="443682"/>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a:off x="9973610" y="6055170"/>
            <a:ext cx="1256738" cy="365125"/>
          </a:xfrm>
          <a:solidFill>
            <a:schemeClr val="bg2"/>
          </a:solidFill>
        </p:spPr>
        <p:txBody>
          <a:bodyPr/>
          <a:lstStyle/>
          <a:p>
            <a:fld id="{4C6CA39F-8041-4925-BD95-F0F6BD0D2137}"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30348" y="6055170"/>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66934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0489" y="1054208"/>
            <a:ext cx="0" cy="47819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73753" y="355601"/>
            <a:ext cx="8275505" cy="1693334"/>
          </a:xfrm>
          <a:noFill/>
        </p:spPr>
        <p:txBody>
          <a:bodyPr vert="horz" lIns="91440" tIns="45720" rIns="91440" bIns="137160" rtlCol="0" anchor="b">
            <a:normAutofit/>
          </a:bodyPr>
          <a:lstStyle>
            <a:lvl1pPr>
              <a:lnSpc>
                <a:spcPct val="80000"/>
              </a:lnSpc>
              <a:defRPr lang="en-US" sz="58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73752" y="1902527"/>
            <a:ext cx="8275504" cy="49802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1" y="2441123"/>
            <a:ext cx="10495289" cy="4416877"/>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753600" y="613218"/>
            <a:ext cx="1865242" cy="535746"/>
          </a:xfrm>
          <a:solidFill>
            <a:schemeClr val="bg2"/>
          </a:solid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880856" y="5137717"/>
            <a:ext cx="1256738" cy="365125"/>
          </a:xfrm>
          <a:solidFill>
            <a:schemeClr val="bg2"/>
          </a:solidFill>
        </p:spPr>
        <p:txBody>
          <a:bodyPr/>
          <a:lstStyle/>
          <a:p>
            <a:fld id="{A198F7BC-ABFF-4CAB-9ECC-8B1B0BCD965C}"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186803" y="6029867"/>
            <a:ext cx="461440"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26916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6">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2A180A8E-4668-486A-95D0-DBD6BDD7C43F}"/>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84A713A6-3149-A53D-DA59-E54D39D6841D}"/>
              </a:ext>
              <a:ext uri="{C183D7F6-B498-43B3-948B-1728B52AA6E4}">
                <adec:decorative xmlns:adec="http://schemas.microsoft.com/office/drawing/2017/decorative" val="1"/>
              </a:ext>
            </a:extLst>
          </p:cNvPr>
          <p:cNvCxnSpPr>
            <a:cxnSpLocks/>
          </p:cNvCxnSpPr>
          <p:nvPr/>
        </p:nvCxnSpPr>
        <p:spPr>
          <a:xfrm>
            <a:off x="11502284" y="760367"/>
            <a:ext cx="0" cy="538734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634070" y="4370832"/>
            <a:ext cx="9546250" cy="1668980"/>
          </a:xfrm>
          <a:solidFill>
            <a:schemeClr val="bg2"/>
          </a:solidFill>
        </p:spPr>
        <p:txBody>
          <a:bodyPr vert="horz" lIns="91440" tIns="45720" rIns="91440" bIns="0" rtlCol="0" anchor="b">
            <a:normAutofit/>
          </a:bodyPr>
          <a:lstStyle>
            <a:lvl1pPr>
              <a:lnSpc>
                <a:spcPct val="80000"/>
              </a:lnSpc>
              <a:defRPr lang="en-US" sz="660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634070" y="6055054"/>
            <a:ext cx="9546250" cy="473761"/>
          </a:xfrm>
        </p:spPr>
        <p:txBody>
          <a:bodyPr vert="horz" lIns="91440" tIns="45720" rIns="91440" bIns="45720" rtlCol="0">
            <a:normAutofit/>
          </a:bodyPr>
          <a:lstStyle>
            <a:lvl1pPr marL="0" indent="0">
              <a:lnSpc>
                <a:spcPct val="100000"/>
              </a:lnSpc>
              <a:buNone/>
              <a:defRPr lang="en-US" sz="1400" cap="all" baseline="0" dirty="0">
                <a:solidFill>
                  <a:schemeClr val="accent5"/>
                </a:solidFill>
                <a:latin typeface="+mj-lt"/>
              </a:defRPr>
            </a:lvl1pPr>
          </a:lstStyle>
          <a:p>
            <a:pPr lvl="0"/>
            <a:r>
              <a:rPr lang="en-US"/>
              <a:t>Click to edit Master subtitle style</a:t>
            </a:r>
            <a:endParaRPr lang="en-US" dirty="0"/>
          </a:p>
        </p:txBody>
      </p:sp>
      <p:sp>
        <p:nvSpPr>
          <p:cNvPr id="10" name="Picture Placeholder 9">
            <a:extLst>
              <a:ext uri="{FF2B5EF4-FFF2-40B4-BE49-F238E27FC236}">
                <a16:creationId xmlns:a16="http://schemas.microsoft.com/office/drawing/2014/main" id="{4F8C8803-B94B-A385-87A1-A21C9AD88D84}"/>
              </a:ext>
            </a:extLst>
          </p:cNvPr>
          <p:cNvSpPr>
            <a:spLocks noGrp="1"/>
          </p:cNvSpPr>
          <p:nvPr>
            <p:ph type="pic" sz="quarter" idx="13" hasCustomPrompt="1"/>
          </p:nvPr>
        </p:nvSpPr>
        <p:spPr>
          <a:xfrm>
            <a:off x="0" y="1"/>
            <a:ext cx="10820400" cy="41148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rot="5400000">
            <a:off x="10667029" y="1260113"/>
            <a:ext cx="1678344" cy="365125"/>
          </a:xfrm>
          <a:solidFill>
            <a:schemeClr val="bg2"/>
          </a:solid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xfrm rot="5400000">
            <a:off x="10961764" y="5297730"/>
            <a:ext cx="1091183" cy="365128"/>
          </a:xfrm>
          <a:solidFill>
            <a:schemeClr val="bg2"/>
          </a:solidFill>
        </p:spPr>
        <p:txBody>
          <a:bodyPr/>
          <a:lstStyle/>
          <a:p>
            <a:fld id="{3939EC85-F003-4305-AB12-223D18998537}"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xfrm>
            <a:off x="11225781" y="6029867"/>
            <a:ext cx="422461" cy="365125"/>
          </a:xfrm>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705600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9" name="Straight Connector 8">
            <a:extLst>
              <a:ext uri="{FF2B5EF4-FFF2-40B4-BE49-F238E27FC236}">
                <a16:creationId xmlns:a16="http://schemas.microsoft.com/office/drawing/2014/main" id="{238427E1-A276-BBD2-B377-380EC166BB79}"/>
              </a:ext>
              <a:ext uri="{C183D7F6-B498-43B3-948B-1728B52AA6E4}">
                <adec:decorative xmlns:adec="http://schemas.microsoft.com/office/drawing/2017/decorative" val="1"/>
              </a:ext>
            </a:extLst>
          </p:cNvPr>
          <p:cNvCxnSpPr>
            <a:cxnSpLocks/>
          </p:cNvCxnSpPr>
          <p:nvPr/>
        </p:nvCxnSpPr>
        <p:spPr>
          <a:xfrm>
            <a:off x="689066" y="1014984"/>
            <a:ext cx="0" cy="4471416"/>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90397"/>
            <a:ext cx="0" cy="474347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9006837" cy="3776472"/>
          </a:xfrm>
          <a:solidFill>
            <a:schemeClr val="bg2"/>
          </a:solidFill>
        </p:spPr>
        <p:txBody>
          <a:bodyPr vert="horz" lIns="91440" tIns="45720" rIns="91440" bIns="137160" rtlCol="0" anchor="t">
            <a:normAutofit/>
          </a:bodyPr>
          <a:lstStyle>
            <a:lvl1pPr>
              <a:lnSpc>
                <a:spcPct val="80000"/>
              </a:lnSpc>
              <a:defRPr lang="en-US" sz="8000" spc="-100" baseline="0" dirty="0">
                <a:solidFill>
                  <a:schemeClr val="accent1"/>
                </a:solidFill>
              </a:defRPr>
            </a:lvl1pPr>
          </a:lstStyle>
          <a:p>
            <a:pPr lvl="0"/>
            <a:r>
              <a:rPr lang="en-US" dirty="0"/>
              <a:t>Click to edit Master title style</a:t>
            </a:r>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29194" y="5496339"/>
            <a:ext cx="3585604" cy="771684"/>
          </a:xfrm>
        </p:spPr>
        <p:txBody>
          <a:bodyPr vert="horz" lIns="91440" tIns="45720" rIns="91440" bIns="45720" rtlCol="0" anchor="b">
            <a:normAutofit/>
          </a:bodyPr>
          <a:lstStyle>
            <a:lvl1pPr marL="0" indent="0">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87335"/>
            <a:ext cx="2474835" cy="496639"/>
          </a:xfrm>
          <a:noFill/>
        </p:spPr>
        <p:txBody>
          <a:bodyPr/>
          <a:lstStyle>
            <a:lvl1pPr algn="r">
              <a:defRPr sz="1050"/>
            </a:lvl1pPr>
          </a:lstStyle>
          <a:p>
            <a:r>
              <a:rPr lang="en-US" dirty="0"/>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06866CBB-6F1F-436D-A8C6-FABC4CF2B536}"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13544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33580"/>
            <a:ext cx="0" cy="480029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8"/>
            <a:ext cx="8168640" cy="4462272"/>
          </a:xfrm>
          <a:noFill/>
        </p:spPr>
        <p:txBody>
          <a:bodyPr vert="horz" lIns="91440" tIns="45720" rIns="91440" bIns="137160" rtlCol="0" anchor="t">
            <a:normAutofit/>
          </a:bodyPr>
          <a:lstStyle>
            <a:lvl1pPr>
              <a:lnSpc>
                <a:spcPct val="80000"/>
              </a:lnSpc>
              <a:defRPr lang="en-US" sz="9600" spc="-100" baseline="0" dirty="0">
                <a:solidFill>
                  <a:schemeClr val="accent1"/>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8534400" y="4754729"/>
            <a:ext cx="3084441" cy="1080302"/>
          </a:xfrm>
          <a:solidFill>
            <a:schemeClr val="bg2"/>
          </a:solidFill>
        </p:spPr>
        <p:txBody>
          <a:bodyPr vert="horz" lIns="91440" tIns="45720" rIns="91440" bIns="45720" rtlCol="0" anchor="b">
            <a:normAutofit/>
          </a:bodyPr>
          <a:lstStyle>
            <a:lvl1pPr marL="0" indent="0" algn="r">
              <a:buNone/>
              <a:defRPr lang="en-US" sz="1600" cap="all" spc="100" baseline="0" dirty="0">
                <a:solidFill>
                  <a:schemeClr val="accent5"/>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144000" y="447579"/>
            <a:ext cx="2477899" cy="586001"/>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DFE1FB2C-1600-49CF-ABE3-F2743AC651C3}"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8608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AC4281C-DEF6-4D7C-EC36-131C16834D5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8" name="Straight Connector 7">
            <a:extLst>
              <a:ext uri="{FF2B5EF4-FFF2-40B4-BE49-F238E27FC236}">
                <a16:creationId xmlns:a16="http://schemas.microsoft.com/office/drawing/2014/main" id="{9B7AE09E-7342-F8D6-76B9-3191D2C214A6}"/>
              </a:ext>
              <a:ext uri="{C183D7F6-B498-43B3-948B-1728B52AA6E4}">
                <adec:decorative xmlns:adec="http://schemas.microsoft.com/office/drawing/2017/decorative" val="1"/>
              </a:ext>
            </a:extLst>
          </p:cNvPr>
          <p:cNvCxnSpPr>
            <a:cxnSpLocks/>
          </p:cNvCxnSpPr>
          <p:nvPr/>
        </p:nvCxnSpPr>
        <p:spPr>
          <a:xfrm>
            <a:off x="11502895" y="1028700"/>
            <a:ext cx="0" cy="480517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E07B916-0B90-35E7-AFFD-50AAA1ED4584}"/>
              </a:ext>
            </a:extLst>
          </p:cNvPr>
          <p:cNvSpPr>
            <a:spLocks noGrp="1"/>
          </p:cNvSpPr>
          <p:nvPr>
            <p:ph type="ctrTitle"/>
          </p:nvPr>
        </p:nvSpPr>
        <p:spPr>
          <a:xfrm>
            <a:off x="137159" y="338329"/>
            <a:ext cx="9197667" cy="4743474"/>
          </a:xfrm>
          <a:noFill/>
        </p:spPr>
        <p:txBody>
          <a:bodyPr vert="horz" lIns="91440" tIns="45720" rIns="91440" bIns="137160" rtlCol="0" anchor="t">
            <a:normAutofit/>
          </a:bodyPr>
          <a:lstStyle>
            <a:lvl1pPr>
              <a:lnSpc>
                <a:spcPct val="80000"/>
              </a:lnSpc>
              <a:defRPr lang="en-US" sz="11500" spc="-100" baseline="0" dirty="0">
                <a:solidFill>
                  <a:schemeClr val="bg2">
                    <a:lumMod val="75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926AEA00-2D64-E177-C13E-F879B49AC353}"/>
              </a:ext>
            </a:extLst>
          </p:cNvPr>
          <p:cNvSpPr>
            <a:spLocks noGrp="1"/>
          </p:cNvSpPr>
          <p:nvPr>
            <p:ph type="subTitle" idx="1"/>
          </p:nvPr>
        </p:nvSpPr>
        <p:spPr>
          <a:xfrm>
            <a:off x="584851" y="5486400"/>
            <a:ext cx="3834743" cy="771684"/>
          </a:xfrm>
        </p:spPr>
        <p:txBody>
          <a:bodyPr vert="horz" lIns="91440" tIns="45720" rIns="91440" bIns="45720" rtlCol="0" anchor="b">
            <a:normAutofit/>
          </a:bodyPr>
          <a:lstStyle>
            <a:lvl1pPr marL="0" indent="0">
              <a:buNone/>
              <a:defRPr lang="en-US" sz="1600" cap="all" spc="100" baseline="0" dirty="0">
                <a:solidFill>
                  <a:schemeClr val="accent1"/>
                </a:solidFill>
                <a:latin typeface="+mj-lt"/>
              </a:defRPr>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4098519F-6576-5C5F-82CA-E9D93EB8AD91}"/>
              </a:ext>
            </a:extLst>
          </p:cNvPr>
          <p:cNvSpPr>
            <a:spLocks noGrp="1"/>
          </p:cNvSpPr>
          <p:nvPr>
            <p:ph type="ftr" sz="quarter" idx="11"/>
          </p:nvPr>
        </p:nvSpPr>
        <p:spPr>
          <a:xfrm>
            <a:off x="9334826" y="463480"/>
            <a:ext cx="2287073" cy="549316"/>
          </a:xfrm>
          <a:noFill/>
        </p:spPr>
        <p:txBody>
          <a:bodyPr/>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F8C94BB4-778E-86AE-EEFF-88EE621D2809}"/>
              </a:ext>
            </a:extLst>
          </p:cNvPr>
          <p:cNvSpPr>
            <a:spLocks noGrp="1"/>
          </p:cNvSpPr>
          <p:nvPr>
            <p:ph type="dt" sz="half" idx="10"/>
          </p:nvPr>
        </p:nvSpPr>
        <p:spPr>
          <a:noFill/>
        </p:spPr>
        <p:txBody>
          <a:bodyPr/>
          <a:lstStyle/>
          <a:p>
            <a:fld id="{93C8270A-2846-4BCB-A403-59E7E90A2BA8}" type="datetime1">
              <a:rPr lang="en-US" smtClean="0"/>
              <a:t>1/11/2026</a:t>
            </a:fld>
            <a:endParaRPr lang="en-US"/>
          </a:p>
        </p:txBody>
      </p:sp>
      <p:sp>
        <p:nvSpPr>
          <p:cNvPr id="6" name="Slide Number Placeholder 5">
            <a:extLst>
              <a:ext uri="{FF2B5EF4-FFF2-40B4-BE49-F238E27FC236}">
                <a16:creationId xmlns:a16="http://schemas.microsoft.com/office/drawing/2014/main" id="{758D55B4-EFB5-E5DE-2242-A16C643CABC8}"/>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5443320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flipH="1">
            <a:off x="926297" y="6172185"/>
            <a:ext cx="10326757" cy="0"/>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9" name="Title 8">
            <a:extLst>
              <a:ext uri="{FF2B5EF4-FFF2-40B4-BE49-F238E27FC236}">
                <a16:creationId xmlns:a16="http://schemas.microsoft.com/office/drawing/2014/main" id="{15478846-46FB-2BEE-98D6-C903223E25CA}"/>
              </a:ext>
            </a:extLst>
          </p:cNvPr>
          <p:cNvSpPr>
            <a:spLocks noGrp="1"/>
          </p:cNvSpPr>
          <p:nvPr>
            <p:ph type="title" hasCustomPrompt="1"/>
          </p:nvPr>
        </p:nvSpPr>
        <p:spPr>
          <a:xfrm>
            <a:off x="128016" y="365760"/>
            <a:ext cx="11534790" cy="5525653"/>
          </a:xfrm>
          <a:noFill/>
        </p:spPr>
        <p:txBody>
          <a:bodyPr anchor="t">
            <a:normAutofit/>
          </a:bodyPr>
          <a:lstStyle>
            <a:lvl1pPr>
              <a:defRPr sz="11500" baseline="0">
                <a:ln>
                  <a:solidFill>
                    <a:schemeClr val="bg1"/>
                  </a:solidFill>
                </a:ln>
                <a:solidFill>
                  <a:schemeClr val="accent1"/>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solidFill>
            <a:schemeClr val="accent1"/>
          </a:solidFill>
        </p:spPr>
        <p:txBody>
          <a:bodyPr/>
          <a:lstStyle>
            <a:lvl1pP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solidFill>
            <a:schemeClr val="accent1"/>
          </a:solidFill>
        </p:spPr>
        <p:txBody>
          <a:bodyPr/>
          <a:lstStyle>
            <a:lvl1pPr>
              <a:defRPr>
                <a:solidFill>
                  <a:schemeClr val="bg1"/>
                </a:solidFill>
              </a:defRPr>
            </a:lvl1pPr>
          </a:lstStyle>
          <a:p>
            <a:fld id="{F205D05A-BA39-4B06-B20A-BF32BF994A68}" type="datetime1">
              <a:rPr lang="en-US" smtClean="0"/>
              <a:t>1/11/2026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073479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Section Header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3069F5-8FDE-3652-E906-3619BF9A5D95}"/>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B286"/>
              </a:solidFill>
            </a:endParaRPr>
          </a:p>
        </p:txBody>
      </p:sp>
      <p:cxnSp>
        <p:nvCxnSpPr>
          <p:cNvPr id="8" name="Straight Connector 7">
            <a:extLst>
              <a:ext uri="{FF2B5EF4-FFF2-40B4-BE49-F238E27FC236}">
                <a16:creationId xmlns:a16="http://schemas.microsoft.com/office/drawing/2014/main" id="{7F3E913D-4F8E-6F1A-DB89-A9E5CB7D266C}"/>
              </a:ext>
              <a:ext uri="{C183D7F6-B498-43B3-948B-1728B52AA6E4}">
                <adec:decorative xmlns:adec="http://schemas.microsoft.com/office/drawing/2017/decorative" val="1"/>
              </a:ext>
            </a:extLst>
          </p:cNvPr>
          <p:cNvCxnSpPr>
            <a:cxnSpLocks/>
          </p:cNvCxnSpPr>
          <p:nvPr/>
        </p:nvCxnSpPr>
        <p:spPr>
          <a:xfrm>
            <a:off x="11506200" y="868362"/>
            <a:ext cx="0" cy="5270021"/>
          </a:xfrm>
          <a:prstGeom prst="line">
            <a:avLst/>
          </a:prstGeom>
          <a:ln w="12700">
            <a:solidFill>
              <a:schemeClr val="bg2">
                <a:alpha val="47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8907FF6-0445-6CA3-7211-D4B7444D7BC9}"/>
              </a:ext>
            </a:extLst>
          </p:cNvPr>
          <p:cNvSpPr>
            <a:spLocks noGrp="1"/>
          </p:cNvSpPr>
          <p:nvPr>
            <p:ph type="title" hasCustomPrompt="1"/>
          </p:nvPr>
        </p:nvSpPr>
        <p:spPr>
          <a:xfrm>
            <a:off x="185877" y="1062360"/>
            <a:ext cx="9948723" cy="5762371"/>
          </a:xfrm>
          <a:noFill/>
        </p:spPr>
        <p:txBody>
          <a:bodyPr bIns="0" anchor="b">
            <a:normAutofit/>
          </a:bodyPr>
          <a:lstStyle>
            <a:lvl1pPr>
              <a:lnSpc>
                <a:spcPct val="80000"/>
              </a:lnSpc>
              <a:defRPr sz="11500" spc="-170" baseline="0">
                <a:ln>
                  <a:noFill/>
                </a:ln>
                <a:solidFill>
                  <a:schemeClr val="accent2">
                    <a:lumMod val="60000"/>
                    <a:lumOff val="40000"/>
                    <a:alpha val="80000"/>
                  </a:schemeClr>
                </a:solidFill>
              </a:defRPr>
            </a:lvl1pPr>
          </a:lstStyle>
          <a:p>
            <a:r>
              <a:rPr lang="en-US" dirty="0"/>
              <a:t>Section Header</a:t>
            </a:r>
          </a:p>
        </p:txBody>
      </p:sp>
      <p:sp>
        <p:nvSpPr>
          <p:cNvPr id="5" name="Footer Placeholder 4">
            <a:extLst>
              <a:ext uri="{FF2B5EF4-FFF2-40B4-BE49-F238E27FC236}">
                <a16:creationId xmlns:a16="http://schemas.microsoft.com/office/drawing/2014/main" id="{37A8544F-8D58-BFED-5A2B-2F718BA6F4F4}"/>
              </a:ext>
            </a:extLst>
          </p:cNvPr>
          <p:cNvSpPr>
            <a:spLocks noGrp="1"/>
          </p:cNvSpPr>
          <p:nvPr>
            <p:ph type="ftr" sz="quarter" idx="11"/>
          </p:nvPr>
        </p:nvSpPr>
        <p:spPr>
          <a:xfrm>
            <a:off x="9677400" y="618213"/>
            <a:ext cx="1941441" cy="444147"/>
          </a:xfrm>
          <a:solidFill>
            <a:schemeClr val="accent1"/>
          </a:solidFill>
        </p:spPr>
        <p:txBody>
          <a:bodyPr anchor="t"/>
          <a:lstStyle>
            <a:lvl1pPr algn="r">
              <a:defRPr>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AB70139D-4890-4E0D-B3FD-098A02AB4ADF}"/>
              </a:ext>
            </a:extLst>
          </p:cNvPr>
          <p:cNvSpPr>
            <a:spLocks noGrp="1"/>
          </p:cNvSpPr>
          <p:nvPr>
            <p:ph type="dt" sz="half" idx="10"/>
          </p:nvPr>
        </p:nvSpPr>
        <p:spPr>
          <a:xfrm>
            <a:off x="10134600" y="5991663"/>
            <a:ext cx="1079954" cy="365125"/>
          </a:xfrm>
          <a:solidFill>
            <a:schemeClr val="accent1"/>
          </a:solidFill>
        </p:spPr>
        <p:txBody>
          <a:bodyPr/>
          <a:lstStyle>
            <a:lvl1pPr>
              <a:defRPr>
                <a:solidFill>
                  <a:schemeClr val="bg1"/>
                </a:solidFill>
              </a:defRPr>
            </a:lvl1pPr>
          </a:lstStyle>
          <a:p>
            <a:fld id="{3FC4DBFB-5124-40F9-A2E3-2D0FD410E55D}" type="datetime1">
              <a:rPr lang="en-US" smtClean="0"/>
              <a:t>1/11/2026</a:t>
            </a:fld>
            <a:endParaRPr lang="en-US"/>
          </a:p>
        </p:txBody>
      </p:sp>
      <p:sp>
        <p:nvSpPr>
          <p:cNvPr id="6" name="Slide Number Placeholder 5">
            <a:extLst>
              <a:ext uri="{FF2B5EF4-FFF2-40B4-BE49-F238E27FC236}">
                <a16:creationId xmlns:a16="http://schemas.microsoft.com/office/drawing/2014/main" id="{BA1CD1DB-3989-A34F-B5F7-DF66E018CF83}"/>
              </a:ext>
            </a:extLst>
          </p:cNvPr>
          <p:cNvSpPr>
            <a:spLocks noGrp="1"/>
          </p:cNvSpPr>
          <p:nvPr>
            <p:ph type="sldNum" sz="quarter" idx="12"/>
          </p:nvPr>
        </p:nvSpPr>
        <p:spPr>
          <a:xfrm>
            <a:off x="11210544" y="5991663"/>
            <a:ext cx="429372" cy="365125"/>
          </a:xfrm>
          <a:solidFill>
            <a:schemeClr val="accent1"/>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56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H="1">
            <a:off x="1321906" y="685800"/>
            <a:ext cx="10184294" cy="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4724403" y="2043904"/>
            <a:ext cx="7467597" cy="48140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rot="16200000">
            <a:off x="-1406175" y="2720396"/>
            <a:ext cx="5645423" cy="2494309"/>
          </a:xfrm>
          <a:solidFill>
            <a:schemeClr val="bg2">
              <a:lumMod val="90000"/>
            </a:schemeClr>
          </a:solidFill>
        </p:spPr>
        <p:txBody>
          <a:bodyPr vert="horz" lIns="91440" tIns="45720" rIns="91440" bIns="137160" rtlCol="0" anchor="t">
            <a:normAutofit/>
          </a:bodyPr>
          <a:lstStyle>
            <a:lvl1pPr>
              <a:defRPr lang="en-US" sz="12000" dirty="0">
                <a:solidFill>
                  <a:schemeClr val="accent2"/>
                </a:solidFill>
              </a:defRPr>
            </a:lvl1pPr>
          </a:lstStyle>
          <a:p>
            <a:pPr lvl="0"/>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586410" y="569843"/>
            <a:ext cx="1470992" cy="541698"/>
          </a:xfrm>
          <a:solidFill>
            <a:schemeClr val="bg2">
              <a:lumMod val="90000"/>
            </a:schemeClr>
          </a:solidFill>
        </p:spPr>
        <p:txBody>
          <a:bodyPr anchor="t"/>
          <a:lstStyle>
            <a:lvl1pPr algn="l">
              <a:defRPr sz="105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10198" y="2743202"/>
            <a:ext cx="6096001" cy="3467098"/>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413627"/>
            <a:ext cx="1256738" cy="545500"/>
          </a:xfrm>
          <a:solidFill>
            <a:schemeClr val="bg2">
              <a:lumMod val="90000"/>
            </a:schemeClr>
          </a:solidFill>
        </p:spPr>
        <p:txBody>
          <a:bodyPr/>
          <a:lstStyle/>
          <a:p>
            <a:fld id="{6C2206C6-C6B2-4E06-A7AA-7F308C2F851D}"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413627"/>
            <a:ext cx="429372" cy="545500"/>
          </a:xfrm>
          <a:solidFill>
            <a:schemeClr val="bg2">
              <a:lumMod val="90000"/>
            </a:schemeClr>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40049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1" y="0"/>
            <a:ext cx="12191996"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371603" y="3415504"/>
            <a:ext cx="10820397" cy="34424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flipV="1">
            <a:off x="11506200" y="1113182"/>
            <a:ext cx="0" cy="1704012"/>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0"/>
            <a:ext cx="7930892" cy="2238587"/>
          </a:xfrm>
          <a:noFill/>
        </p:spPr>
        <p:txBody>
          <a:bodyPr anchor="t">
            <a:normAutofit/>
          </a:bodyPr>
          <a:lstStyle>
            <a:lvl1pPr>
              <a:defRPr sz="12000" spc="-50" baseline="0">
                <a:solidFill>
                  <a:schemeClr val="accent2"/>
                </a:solidFill>
              </a:defRPr>
            </a:lvl1pPr>
          </a:lstStyle>
          <a:p>
            <a:r>
              <a:rPr lang="en-US" dirty="0"/>
              <a:t>Agenda</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1804946" y="3840480"/>
            <a:ext cx="6543924" cy="2536466"/>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134611" y="612381"/>
            <a:ext cx="1484228" cy="479352"/>
          </a:xfrm>
          <a:noFill/>
        </p:spPr>
        <p:txBody>
          <a:bodyPr anchor="t"/>
          <a:lstStyle>
            <a:lvl1pPr algn="r">
              <a:defRPr sz="1050"/>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33512" y="2756699"/>
            <a:ext cx="1256738" cy="423823"/>
          </a:xfrm>
          <a:solidFill>
            <a:schemeClr val="bg2">
              <a:lumMod val="90000"/>
            </a:schemeClr>
          </a:solidFill>
        </p:spPr>
        <p:txBody>
          <a:bodyPr anchor="ctr"/>
          <a:lstStyle>
            <a:lvl1pPr algn="r">
              <a:defRPr/>
            </a:lvl1pPr>
          </a:lstStyle>
          <a:p>
            <a:fld id="{D1188C7A-78DB-4967-8643-716598F25D97}"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2756699"/>
            <a:ext cx="429372" cy="423823"/>
          </a:xfrm>
          <a:solidFill>
            <a:schemeClr val="bg2">
              <a:lumMod val="90000"/>
            </a:schemeClr>
          </a:solidFill>
        </p:spPr>
        <p:txBody>
          <a:bodyPr/>
          <a:lstStyle/>
          <a:p>
            <a:fld id="{27F8DDA4-3B80-4E8A-A8F5-521F73BF9127}" type="slidenum">
              <a:rPr lang="en-US" smtClean="0"/>
              <a:t>‹#›</a:t>
            </a:fld>
            <a:endParaRPr lang="en-US"/>
          </a:p>
        </p:txBody>
      </p:sp>
      <p:sp>
        <p:nvSpPr>
          <p:cNvPr id="14" name="Picture Placeholder 13">
            <a:extLst>
              <a:ext uri="{FF2B5EF4-FFF2-40B4-BE49-F238E27FC236}">
                <a16:creationId xmlns:a16="http://schemas.microsoft.com/office/drawing/2014/main" id="{1DA62460-475C-38E7-135D-916B98438D09}"/>
              </a:ext>
            </a:extLst>
          </p:cNvPr>
          <p:cNvSpPr>
            <a:spLocks noGrp="1"/>
          </p:cNvSpPr>
          <p:nvPr>
            <p:ph type="pic" sz="quarter" idx="13" hasCustomPrompt="1"/>
          </p:nvPr>
        </p:nvSpPr>
        <p:spPr>
          <a:xfrm>
            <a:off x="8763000" y="3415504"/>
            <a:ext cx="3429000" cy="3442496"/>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722980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with Pictur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53CEDCC-8645-A5B4-D871-D690615124B2}"/>
              </a:ext>
              <a:ext uri="{C183D7F6-B498-43B3-948B-1728B52AA6E4}">
                <adec:decorative xmlns:adec="http://schemas.microsoft.com/office/drawing/2017/decorative" val="1"/>
              </a:ext>
            </a:extLst>
          </p:cNvPr>
          <p:cNvSpPr/>
          <p:nvPr/>
        </p:nvSpPr>
        <p:spPr>
          <a:xfrm>
            <a:off x="0" y="0"/>
            <a:ext cx="12191997"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CC2FAA59-861A-3F3D-3441-F663554088BE}"/>
              </a:ext>
              <a:ext uri="{C183D7F6-B498-43B3-948B-1728B52AA6E4}">
                <adec:decorative xmlns:adec="http://schemas.microsoft.com/office/drawing/2017/decorative" val="1"/>
              </a:ext>
            </a:extLst>
          </p:cNvPr>
          <p:cNvSpPr/>
          <p:nvPr/>
        </p:nvSpPr>
        <p:spPr>
          <a:xfrm>
            <a:off x="1098960" y="3429002"/>
            <a:ext cx="11093040" cy="34289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65A45860-DB3A-9EDB-7B6D-FBF1001212E9}"/>
              </a:ext>
              <a:ext uri="{C183D7F6-B498-43B3-948B-1728B52AA6E4}">
                <adec:decorative xmlns:adec="http://schemas.microsoft.com/office/drawing/2017/decorative" val="1"/>
              </a:ext>
            </a:extLst>
          </p:cNvPr>
          <p:cNvCxnSpPr>
            <a:cxnSpLocks/>
          </p:cNvCxnSpPr>
          <p:nvPr/>
        </p:nvCxnSpPr>
        <p:spPr>
          <a:xfrm>
            <a:off x="11506200" y="685800"/>
            <a:ext cx="0" cy="548640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46306" y="182881"/>
            <a:ext cx="8320359" cy="2204720"/>
          </a:xfrm>
          <a:noFill/>
        </p:spPr>
        <p:txBody>
          <a:bodyPr anchor="t">
            <a:normAutofit/>
          </a:bodyPr>
          <a:lstStyle>
            <a:lvl1pPr>
              <a:defRPr sz="12400">
                <a:solidFill>
                  <a:schemeClr val="bg2"/>
                </a:solidFill>
              </a:defRPr>
            </a:lvl1pPr>
          </a:lstStyle>
          <a:p>
            <a:r>
              <a:rPr lang="en-US" dirty="0"/>
              <a:t>Agenda</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561444" y="612065"/>
            <a:ext cx="2057397" cy="489061"/>
          </a:xfrm>
          <a:solidFill>
            <a:schemeClr val="bg2">
              <a:lumMod val="90000"/>
            </a:schemeClr>
          </a:solidFill>
        </p:spPr>
        <p:txBody>
          <a:bodyPr anchor="t"/>
          <a:lstStyle>
            <a:lvl1pPr algn="r">
              <a:defRPr sz="1050"/>
            </a:lvl1pPr>
          </a:lstStyle>
          <a:p>
            <a:r>
              <a:rPr lang="en-US"/>
              <a:t>Sample Footer Text</a:t>
            </a:r>
          </a:p>
        </p:txBody>
      </p:sp>
      <p:sp>
        <p:nvSpPr>
          <p:cNvPr id="12" name="Picture Placeholder 11">
            <a:extLst>
              <a:ext uri="{FF2B5EF4-FFF2-40B4-BE49-F238E27FC236}">
                <a16:creationId xmlns:a16="http://schemas.microsoft.com/office/drawing/2014/main" id="{45746446-87C7-9BD2-BA30-C87D25C67AAA}"/>
              </a:ext>
            </a:extLst>
          </p:cNvPr>
          <p:cNvSpPr>
            <a:spLocks noGrp="1"/>
          </p:cNvSpPr>
          <p:nvPr>
            <p:ph type="pic" sz="quarter" idx="13" hasCustomPrompt="1"/>
          </p:nvPr>
        </p:nvSpPr>
        <p:spPr>
          <a:xfrm>
            <a:off x="1098550" y="3429000"/>
            <a:ext cx="3702050" cy="3443288"/>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51231" y="3904090"/>
            <a:ext cx="5805964" cy="2268110"/>
          </a:xfrm>
        </p:spPr>
        <p:txBody>
          <a:bodyPr>
            <a:normAutofit/>
          </a:bodyPr>
          <a:lstStyle>
            <a:lvl1pPr marL="342900" indent="-342900">
              <a:buClr>
                <a:schemeClr val="accent2"/>
              </a:buClr>
              <a:buFont typeface="+mj-lt"/>
              <a:buAutoNum type="arabicPeriod"/>
              <a:defRPr sz="1800"/>
            </a:lvl1pPr>
            <a:lvl2pPr marL="800100" indent="-342900">
              <a:buClr>
                <a:schemeClr val="accent2"/>
              </a:buClr>
              <a:buFont typeface="+mj-lt"/>
              <a:buAutoNum type="arabicPeriod"/>
              <a:defRPr sz="1600"/>
            </a:lvl2pPr>
            <a:lvl3pPr marL="1257300" indent="-342900">
              <a:buClr>
                <a:schemeClr val="accent2"/>
              </a:buClr>
              <a:buFont typeface="+mj-lt"/>
              <a:buAutoNum type="arabicPeriod"/>
              <a:defRPr sz="1400"/>
            </a:lvl3pPr>
            <a:lvl4pPr>
              <a:buClr>
                <a:schemeClr val="accent2"/>
              </a:buClr>
              <a:buFont typeface="+mj-lt"/>
              <a:buAutoNum type="arabicPeriod"/>
              <a:defRPr sz="1200"/>
            </a:lvl4pPr>
            <a:lvl5pPr>
              <a:buClr>
                <a:schemeClr val="accent2"/>
              </a:buClr>
              <a:buFont typeface="+mj-lt"/>
              <a:buAutoNum type="arabicPeriod"/>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57816" y="5888658"/>
            <a:ext cx="1256738" cy="545500"/>
          </a:xfrm>
          <a:noFill/>
        </p:spPr>
        <p:txBody>
          <a:bodyPr/>
          <a:lstStyle/>
          <a:p>
            <a:fld id="{CF3028B4-C775-4D6E-9ECF-E9C671E76E75}"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10544" y="5888658"/>
            <a:ext cx="429372" cy="545500"/>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89553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800915" y="1001865"/>
            <a:ext cx="4683538" cy="1596220"/>
          </a:xfrm>
          <a:noFill/>
        </p:spPr>
        <p:txBody>
          <a:bodyPr anchor="b"/>
          <a:lstStyle>
            <a:lvl1pPr algn="ct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804557" y="3192236"/>
            <a:ext cx="4679897" cy="1694395"/>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A3EC7C9B-995E-4643-8C14-3CF0B0A04E72}"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64C8F070-E2F8-52B0-F70E-3C62AB5B4E40}"/>
              </a:ext>
              <a:ext uri="{C183D7F6-B498-43B3-948B-1728B52AA6E4}">
                <adec:decorative xmlns:adec="http://schemas.microsoft.com/office/drawing/2017/decorative" val="1"/>
              </a:ext>
            </a:extLst>
          </p:cNvPr>
          <p:cNvCxnSpPr>
            <a:cxnSpLocks/>
          </p:cNvCxnSpPr>
          <p:nvPr/>
        </p:nvCxnSpPr>
        <p:spPr>
          <a:xfrm flipV="1">
            <a:off x="6130458" y="2598084"/>
            <a:ext cx="3642" cy="47907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2285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2" y="1028700"/>
            <a:ext cx="4381494" cy="1526721"/>
          </a:xfrm>
          <a:noFill/>
        </p:spPr>
        <p:txBody>
          <a:bodyPr anchor="b"/>
          <a:lstStyle>
            <a:lvl1pPr algn="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864680" y="2743200"/>
            <a:ext cx="4035776" cy="2202515"/>
          </a:xfrm>
        </p:spPr>
        <p:txBody>
          <a:bodyPr anchor="b"/>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p>
            <a:fld id="{EB6F6598-C52E-418B-8497-C4DAE4F0985A}"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4DD4A231-1FAB-F0A7-7593-DC4A555F55FB}"/>
              </a:ext>
              <a:ext uri="{C183D7F6-B498-43B3-948B-1728B52AA6E4}">
                <adec:decorative xmlns:adec="http://schemas.microsoft.com/office/drawing/2017/decorative" val="1"/>
              </a:ext>
            </a:extLst>
          </p:cNvPr>
          <p:cNvCxnSpPr>
            <a:cxnSpLocks/>
          </p:cNvCxnSpPr>
          <p:nvPr/>
        </p:nvCxnSpPr>
        <p:spPr>
          <a:xfrm flipV="1">
            <a:off x="5486400" y="2743200"/>
            <a:ext cx="0" cy="2202516"/>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2818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2057399"/>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2057401"/>
            <a:ext cx="4648200" cy="2743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2E394BC2-7D23-4352-8AF3-6A490B666FB8}"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149587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371601" y="1027622"/>
            <a:ext cx="3429000" cy="1868557"/>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486400" y="1027623"/>
            <a:ext cx="4648200" cy="448453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C3EE3A63-0174-4F36-AB66-61B83C7C9647}"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6458883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31915"/>
            <a:ext cx="3968496" cy="149484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090020" y="1001865"/>
            <a:ext cx="6416180" cy="46833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4758A600-6D87-4303-8A2F-171F72E22375}"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5130727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50915"/>
            <a:ext cx="3054096" cy="1711285"/>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026716" y="650915"/>
            <a:ext cx="7479484" cy="52164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7"/>
            <a:ext cx="1179576" cy="365125"/>
          </a:xfrm>
        </p:spPr>
        <p:txBody>
          <a:bodyPr/>
          <a:lstStyle/>
          <a:p>
            <a:fld id="{E2E51BF4-D56D-4D12-A5A9-E780D160D1C6}"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91469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1242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24384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3733800" y="1367622"/>
            <a:ext cx="7929006" cy="44775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3810000" y="6210300"/>
            <a:ext cx="76962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3657601"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FBFC4637-11C9-448C-8D4C-0CD0AE46C949}"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3672692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553299"/>
            <a:ext cx="8159496" cy="659274"/>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371601"/>
            <a:ext cx="8157568" cy="46542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642D680-A112-485C-AB9D-C4786EC59251}"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9448799" y="0"/>
            <a:ext cx="2743201" cy="55626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194600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5486400" cy="55626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5063318" y="0"/>
            <a:ext cx="4385481" cy="1796124"/>
          </a:xfrm>
        </p:spPr>
        <p:txBody>
          <a:bodyPr lIns="137160"/>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5056" y="1965281"/>
            <a:ext cx="4859992" cy="37328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F79E3CBC-A2D6-42D3-976A-174CF7E26BA0}"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2236904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99475"/>
            <a:ext cx="3625442" cy="1474692"/>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2124222"/>
            <a:ext cx="3567404" cy="34887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4800601" y="0"/>
            <a:ext cx="73914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917E8D86-1037-438D-973A-F8D03A01BF16}"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751859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BFE64AB8-5CDA-105D-40FF-06105F0CAFAB}"/>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7">
            <a:extLst>
              <a:ext uri="{FF2B5EF4-FFF2-40B4-BE49-F238E27FC236}">
                <a16:creationId xmlns:a16="http://schemas.microsoft.com/office/drawing/2014/main" id="{F05651F4-3862-056A-CAA1-54D59C5C0C31}"/>
              </a:ext>
            </a:extLst>
          </p:cNvPr>
          <p:cNvSpPr>
            <a:spLocks noGrp="1"/>
          </p:cNvSpPr>
          <p:nvPr>
            <p:ph type="pic" sz="quarter" idx="13" hasCustomPrompt="1"/>
          </p:nvPr>
        </p:nvSpPr>
        <p:spPr>
          <a:xfrm>
            <a:off x="0" y="0"/>
            <a:ext cx="41148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8999" y="0"/>
            <a:ext cx="6019801" cy="1593908"/>
          </a:xfrm>
        </p:spPr>
        <p:txBody>
          <a:bodyPr lIns="137160" rIns="27432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701509" y="1741394"/>
            <a:ext cx="6105157" cy="38433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701508" y="6029868"/>
            <a:ext cx="2020824"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A33876A1-EAF9-4915-94FE-FB92EEABD687}"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14941314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30047"/>
            <a:ext cx="4939005" cy="116627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5432" y="1746792"/>
            <a:ext cx="5776896" cy="3969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7391400" y="0"/>
            <a:ext cx="4800600" cy="5562600"/>
          </a:xfrm>
          <a:blipFill>
            <a:blip r:embed="rId2">
              <a:alphaModFix amt="70000"/>
            </a:blip>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B0ECE3E5-DEB1-48A2-A1A9-7ABBE9A784F7}"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820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372472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37719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124200" y="0"/>
            <a:ext cx="7391400" cy="1207008"/>
          </a:xfrm>
        </p:spPr>
        <p:txBody>
          <a:bodyPr lIns="137160" tIns="137160" bIns="91440" anchor="b"/>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358608" y="1367622"/>
            <a:ext cx="7171976" cy="44775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flipV="1">
            <a:off x="4495800" y="6210300"/>
            <a:ext cx="7010400" cy="213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35860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3D9CFEE7-1948-428C-8A1B-930C420A85C1}"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7411779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7848600" cy="6858000"/>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7450456" y="0"/>
            <a:ext cx="4142830" cy="1978681"/>
          </a:xfrm>
        </p:spPr>
        <p:txBody>
          <a:bodyPr l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8442196" y="2112973"/>
            <a:ext cx="3151090" cy="36782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8439912" y="6029868"/>
            <a:ext cx="1911096"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351008" y="6029868"/>
            <a:ext cx="890077" cy="365125"/>
          </a:xfrm>
          <a:noFill/>
        </p:spPr>
        <p:txBody>
          <a:bodyPr/>
          <a:lstStyle/>
          <a:p>
            <a:fld id="{2B950759-980B-4783-B58D-96B69BC77CA8}"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0944565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EEB1BA68-9980-8CBB-7BAF-A1D760EB21EC}"/>
              </a:ext>
            </a:extLst>
          </p:cNvPr>
          <p:cNvSpPr>
            <a:spLocks noGrp="1"/>
          </p:cNvSpPr>
          <p:nvPr>
            <p:ph type="pic" sz="quarter" idx="13" hasCustomPrompt="1"/>
          </p:nvPr>
        </p:nvSpPr>
        <p:spPr>
          <a:xfrm>
            <a:off x="0" y="1"/>
            <a:ext cx="1219200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1001376"/>
            <a:ext cx="3601122" cy="1362458"/>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504" y="2496848"/>
            <a:ext cx="3601122" cy="23037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4"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603504" y="4800600"/>
            <a:ext cx="1256738" cy="365125"/>
          </a:xfrm>
          <a:noFill/>
        </p:spPr>
        <p:txBody>
          <a:bodyPr/>
          <a:lstStyle>
            <a:lvl1pPr algn="l">
              <a:defRPr/>
            </a:lvl1pPr>
          </a:lstStyle>
          <a:p>
            <a:fld id="{75D8CBF3-D33E-488B-BE09-B302C3504935}"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3947641" y="4800600"/>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091273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9B15A2BF-1AB9-8F23-A598-958473764918}"/>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6705599 w 12192000"/>
              <a:gd name="connsiteY1" fmla="*/ 0 h 6858000"/>
              <a:gd name="connsiteX2" fmla="*/ 6705599 w 12192000"/>
              <a:gd name="connsiteY2" fmla="*/ 5524500 h 6858000"/>
              <a:gd name="connsiteX3" fmla="*/ 12192000 w 12192000"/>
              <a:gd name="connsiteY3" fmla="*/ 5524500 h 6858000"/>
              <a:gd name="connsiteX4" fmla="*/ 121920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6705599" y="0"/>
                </a:lnTo>
                <a:lnTo>
                  <a:pt x="6705599" y="5524500"/>
                </a:lnTo>
                <a:lnTo>
                  <a:pt x="12192000" y="5524500"/>
                </a:lnTo>
                <a:lnTo>
                  <a:pt x="121920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6" y="868363"/>
            <a:ext cx="4301403"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2059527"/>
            <a:ext cx="4301403" cy="262079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5032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4680321"/>
            <a:ext cx="1256738" cy="365125"/>
          </a:xfrm>
          <a:noFill/>
        </p:spPr>
        <p:txBody>
          <a:bodyPr/>
          <a:lstStyle>
            <a:lvl1pPr algn="l">
              <a:defRPr/>
            </a:lvl1pPr>
          </a:lstStyle>
          <a:p>
            <a:fld id="{8394C7EB-3255-4C04-9D3B-DA51FDFD7E92}"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46803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437778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67A324D-1E02-47A7-E25C-2977C957FCF5}"/>
              </a:ext>
            </a:extLst>
          </p:cNvPr>
          <p:cNvSpPr>
            <a:spLocks noGrp="1"/>
          </p:cNvSpPr>
          <p:nvPr>
            <p:ph type="pic" sz="quarter" idx="13"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1371600 h 6858000"/>
              <a:gd name="connsiteX3" fmla="*/ 6705600 w 12192000"/>
              <a:gd name="connsiteY3" fmla="*/ 1371600 h 6858000"/>
              <a:gd name="connsiteX4" fmla="*/ 6705600 w 12192000"/>
              <a:gd name="connsiteY4" fmla="*/ 6858000 h 6858000"/>
              <a:gd name="connsiteX5" fmla="*/ 0 w 12192000"/>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0"/>
                </a:moveTo>
                <a:lnTo>
                  <a:pt x="12192000" y="0"/>
                </a:lnTo>
                <a:lnTo>
                  <a:pt x="12192000" y="1371600"/>
                </a:lnTo>
                <a:lnTo>
                  <a:pt x="6705600" y="1371600"/>
                </a:lnTo>
                <a:lnTo>
                  <a:pt x="6705600" y="6858000"/>
                </a:lnTo>
                <a:lnTo>
                  <a:pt x="0" y="6858000"/>
                </a:lnTo>
                <a:close/>
              </a:path>
            </a:pathLst>
          </a:custGeom>
          <a:blipFill>
            <a:blip r:embed="rId2">
              <a:alphaModFix amt="70000"/>
            </a:blip>
            <a:stretch>
              <a:fillRect/>
            </a:stretch>
          </a:blipFill>
        </p:spPr>
        <p:txBody>
          <a:bodyPr wrap="square">
            <a:noAutofit/>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7280997" y="2201863"/>
            <a:ext cx="4225204" cy="1058150"/>
          </a:xfrm>
          <a:noFill/>
        </p:spPr>
        <p:txBody>
          <a:bodyPr/>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280997" y="3393027"/>
            <a:ext cx="4225203" cy="247437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7280998" y="1836737"/>
            <a:ext cx="1907799" cy="365125"/>
          </a:xfrm>
          <a:noFill/>
        </p:spPr>
        <p:txBody>
          <a:bodyP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7280997" y="6013821"/>
            <a:ext cx="1256738" cy="365125"/>
          </a:xfrm>
          <a:noFill/>
        </p:spPr>
        <p:txBody>
          <a:bodyPr/>
          <a:lstStyle>
            <a:lvl1pPr algn="l">
              <a:defRPr/>
            </a:lvl1pPr>
          </a:lstStyle>
          <a:p>
            <a:fld id="{E396167E-13CB-492D-A43B-8BD084C7EA4B}"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29712" y="6013821"/>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9585249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4673955"/>
            <a:ext cx="3154680" cy="1287913"/>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41148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800" y="4647060"/>
            <a:ext cx="7552114" cy="1382807"/>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noFill/>
        </p:spPr>
        <p:txBody>
          <a:bodyPr/>
          <a:lstStyle/>
          <a:p>
            <a:fld id="{49885C97-4180-47D6-BA3E-83C74E1B1903}"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7542" y="6029868"/>
            <a:ext cx="429372" cy="365125"/>
          </a:xfrm>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6384938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3429000"/>
            <a:ext cx="3081528" cy="2438400"/>
          </a:xfrm>
          <a:noFill/>
        </p:spPr>
        <p:txBody>
          <a:bodyPr anchor="t"/>
          <a:lstStyle>
            <a:lvl1pPr>
              <a:defRPr/>
            </a:lvl1pPr>
          </a:lstStyle>
          <a:p>
            <a:r>
              <a:rPr lang="en-US" dirty="0"/>
              <a:t>Click to Edit Master Title style</a:t>
            </a:r>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0"/>
            <a:ext cx="12191999" cy="28956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3429000"/>
            <a:ext cx="7391401" cy="2438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p:spPr>
        <p:txBody>
          <a:bodyPr/>
          <a:lstStyle/>
          <a:p>
            <a:fld id="{A3CF85C1-8AE5-42AC-A9E5-BFA1AA4ECE1A}"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96316600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3504" y="641214"/>
            <a:ext cx="3072384" cy="2775858"/>
          </a:xfrm>
          <a:noFill/>
        </p:spPr>
        <p:txBody>
          <a:bodyPr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114799" y="618269"/>
            <a:ext cx="7471769" cy="28107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3551884"/>
            <a:ext cx="1907799" cy="365125"/>
          </a:xfrm>
          <a:noFill/>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3551884"/>
            <a:ext cx="1179576" cy="365125"/>
          </a:xfrm>
          <a:noFill/>
        </p:spPr>
        <p:txBody>
          <a:bodyPr/>
          <a:lstStyle/>
          <a:p>
            <a:fld id="{F9764A69-0D4A-41EE-B368-4D0114C52684}"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41368" y="3551884"/>
            <a:ext cx="429372" cy="365125"/>
          </a:xfrm>
          <a:noFill/>
        </p:spPr>
        <p:txBody>
          <a:bodyPr/>
          <a:lstStyle/>
          <a:p>
            <a:fld id="{27F8DDA4-3B80-4E8A-A8F5-521F73BF9127}" type="slidenum">
              <a:rPr lang="en-US" smtClean="0"/>
              <a:t>‹#›</a:t>
            </a:fld>
            <a:endParaRPr lang="en-US"/>
          </a:p>
        </p:txBody>
      </p:sp>
      <p:sp>
        <p:nvSpPr>
          <p:cNvPr id="16" name="Picture Placeholder 15">
            <a:extLst>
              <a:ext uri="{FF2B5EF4-FFF2-40B4-BE49-F238E27FC236}">
                <a16:creationId xmlns:a16="http://schemas.microsoft.com/office/drawing/2014/main" id="{16CAFF7D-6BAD-AE1B-CFE3-A9AB4D8667C6}"/>
              </a:ext>
            </a:extLst>
          </p:cNvPr>
          <p:cNvSpPr>
            <a:spLocks noGrp="1"/>
          </p:cNvSpPr>
          <p:nvPr>
            <p:ph type="pic" sz="quarter" idx="13" hasCustomPrompt="1"/>
          </p:nvPr>
        </p:nvSpPr>
        <p:spPr>
          <a:xfrm>
            <a:off x="0" y="4114800"/>
            <a:ext cx="12191999" cy="2743200"/>
          </a:xfrm>
          <a:blipFill>
            <a:blip r:embed="rId2">
              <a:alphaModFix amt="70000"/>
            </a:blip>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6848161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1371599"/>
            <a:ext cx="6705602" cy="41910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4" y="313943"/>
            <a:ext cx="4939201" cy="1281526"/>
          </a:xfrm>
        </p:spPr>
        <p:txBody>
          <a:bodyPr tIns="91440" bIns="137160"/>
          <a:lstStyle>
            <a:lvl1pP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59144" y="1266426"/>
            <a:ext cx="3547056" cy="4296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EC869251-F212-4557-A92A-BBFE6D38B002}"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98778231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3505" y="337062"/>
            <a:ext cx="6787898" cy="845931"/>
          </a:xfrm>
        </p:spPr>
        <p:txBody>
          <a:bodyPr tIns="91440" bIns="91440"/>
          <a:lstStyle>
            <a:lvl1pPr>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5468" y="637706"/>
            <a:ext cx="1907799" cy="365125"/>
          </a:xfrm>
        </p:spPr>
        <p:txBody>
          <a:bodyPr anchor="t"/>
          <a:lstStyle>
            <a:lvl1pPr algn="r">
              <a:defRPr/>
            </a:lvl1pPr>
          </a:lstStyle>
          <a:p>
            <a:r>
              <a:rPr lang="en-US"/>
              <a:t>Sample Footer Text</a:t>
            </a:r>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371600"/>
            <a:ext cx="7391402" cy="54864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7966163" y="1266737"/>
            <a:ext cx="2894795" cy="476313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p:txBody>
          <a:bodyPr/>
          <a:lstStyle/>
          <a:p>
            <a:fld id="{9C7720E7-9D70-4C91-9C55-B922EC8FF4E1}"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cxnSp>
        <p:nvCxnSpPr>
          <p:cNvPr id="12" name="Straight Connector 11">
            <a:extLst>
              <a:ext uri="{FF2B5EF4-FFF2-40B4-BE49-F238E27FC236}">
                <a16:creationId xmlns:a16="http://schemas.microsoft.com/office/drawing/2014/main" id="{DF397562-DA4B-EE6B-8F6C-1CE4F33EBED1}"/>
              </a:ext>
              <a:ext uri="{C183D7F6-B498-43B3-948B-1728B52AA6E4}">
                <adec:decorative xmlns:adec="http://schemas.microsoft.com/office/drawing/2017/decorative" val="1"/>
              </a:ext>
            </a:extLst>
          </p:cNvPr>
          <p:cNvCxnSpPr>
            <a:cxnSpLocks/>
          </p:cNvCxnSpPr>
          <p:nvPr/>
        </p:nvCxnSpPr>
        <p:spPr>
          <a:xfrm>
            <a:off x="11502704" y="1028700"/>
            <a:ext cx="0" cy="480060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32253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with Picture 1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C3A8EAE1-78C6-0829-9C7B-07BF40315667}"/>
              </a:ext>
              <a:ext uri="{C183D7F6-B498-43B3-948B-1728B52AA6E4}">
                <adec:decorative xmlns:adec="http://schemas.microsoft.com/office/drawing/2017/decorative" val="1"/>
              </a:ext>
            </a:extLst>
          </p:cNvPr>
          <p:cNvCxnSpPr>
            <a:cxnSpLocks/>
          </p:cNvCxnSpPr>
          <p:nvPr/>
        </p:nvCxnSpPr>
        <p:spPr>
          <a:xfrm>
            <a:off x="11506200" y="637890"/>
            <a:ext cx="0" cy="557241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0"/>
            <a:ext cx="4114801" cy="4114801"/>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6" y="3666528"/>
            <a:ext cx="3282166" cy="1896071"/>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0337" y="1136232"/>
            <a:ext cx="5777888" cy="47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01783" y="640080"/>
            <a:ext cx="1911096" cy="410486"/>
          </a:xfrm>
        </p:spPr>
        <p:txBody>
          <a:bodyPr anchor="t"/>
          <a:lstStyle>
            <a:lvl1pPr algn="r">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rot="5400000">
            <a:off x="10874790" y="5197321"/>
            <a:ext cx="1289031" cy="365120"/>
          </a:xfrm>
          <a:solidFill>
            <a:schemeClr val="bg1"/>
          </a:solidFill>
        </p:spPr>
        <p:txBody>
          <a:bodyPr rIns="182880"/>
          <a:lstStyle/>
          <a:p>
            <a:fld id="{C26E53DC-2C2B-436E-8F81-6F56D67B2094}"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15581474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0" y="1"/>
            <a:ext cx="4800600" cy="4822372"/>
          </a:xfrm>
          <a:blipFill>
            <a:blip r:embed="rId2">
              <a:alphaModFix amt="70000"/>
            </a:blip>
            <a:stretch>
              <a:fillRect/>
            </a:stretch>
          </a:blipFill>
        </p:spPr>
        <p:txBody>
          <a:bodyPr/>
          <a:lstStyle>
            <a:lvl1pPr marL="0" indent="0">
              <a:buNone/>
              <a:defRPr/>
            </a:lvl1pPr>
          </a:lstStyle>
          <a:p>
            <a:r>
              <a:rPr lang="en-US" dirty="0"/>
              <a:t> </a:t>
            </a:r>
          </a:p>
        </p:txBody>
      </p: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1002085" y="4374100"/>
            <a:ext cx="3897905" cy="1380814"/>
          </a:xfrm>
        </p:spPr>
        <p:txBody>
          <a:bodyPr lIns="137160" tIns="137160" anchor="t"/>
          <a:lstStyle>
            <a:lvl1pPr>
              <a:defRPr/>
            </a:lvl1pPr>
          </a:lstStyle>
          <a:p>
            <a:r>
              <a:rPr lang="en-US" dirty="0"/>
              <a:t>Click to Edit Master title style</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5389516" y="685800"/>
            <a:ext cx="5430884" cy="52049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2974" y="6029867"/>
            <a:ext cx="1911096" cy="365126"/>
          </a:xfrm>
          <a:solidFill>
            <a:schemeClr val="bg1"/>
          </a:solidFill>
        </p:spPr>
        <p:txBody>
          <a:bodyPr anchor="ctr"/>
          <a:lstStyle>
            <a:lvl1pPr algn="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9576" cy="365125"/>
          </a:xfrm>
          <a:solidFill>
            <a:schemeClr val="bg1"/>
          </a:solidFill>
        </p:spPr>
        <p:txBody>
          <a:bodyPr/>
          <a:lstStyle/>
          <a:p>
            <a:fld id="{A25B1B0E-4CBA-421A-9FF9-BD907EE313C7}"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34887226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95138" y="551542"/>
            <a:ext cx="3737426" cy="1490472"/>
          </a:xfrm>
        </p:spPr>
        <p:txBody>
          <a:bodyPr lIns="137160" tIns="137160" anchor="t"/>
          <a:lstStyle>
            <a:lvl1pPr>
              <a:defRPr/>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B95E85AE-6D30-80EB-DDF8-337E49DD6E5B}"/>
              </a:ext>
            </a:extLst>
          </p:cNvPr>
          <p:cNvSpPr>
            <a:spLocks noGrp="1"/>
          </p:cNvSpPr>
          <p:nvPr>
            <p:ph type="pic" sz="quarter" idx="13" hasCustomPrompt="1"/>
          </p:nvPr>
        </p:nvSpPr>
        <p:spPr>
          <a:xfrm>
            <a:off x="685800" y="2057400"/>
            <a:ext cx="3429000" cy="4152900"/>
          </a:xfrm>
          <a:blipFill>
            <a:blip r:embed="rId2">
              <a:alphaModFix amt="70000"/>
            </a:blip>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4681057" y="595083"/>
            <a:ext cx="6981749"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BB460515-4779-2CA9-5335-1F4AD158B79D}"/>
              </a:ext>
              <a:ext uri="{C183D7F6-B498-43B3-948B-1728B52AA6E4}">
                <adec:decorative xmlns:adec="http://schemas.microsoft.com/office/drawing/2017/decorative" val="1"/>
              </a:ext>
            </a:extLst>
          </p:cNvPr>
          <p:cNvCxnSpPr>
            <a:cxnSpLocks/>
          </p:cNvCxnSpPr>
          <p:nvPr/>
        </p:nvCxnSpPr>
        <p:spPr>
          <a:xfrm>
            <a:off x="4800600" y="6210300"/>
            <a:ext cx="6705600"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4681058" y="6029868"/>
            <a:ext cx="2024542" cy="365125"/>
          </a:xfrm>
        </p:spPr>
        <p:txBody>
          <a:body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75034" cy="365125"/>
          </a:xfrm>
        </p:spPr>
        <p:txBody>
          <a:bodyPr/>
          <a:lstStyle/>
          <a:p>
            <a:fld id="{1A3891DC-7E15-43B5-BCFB-370696C30398}"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49987196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obj" preserve="1">
  <p:cSld name="Number Larg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800599" y="5149121"/>
            <a:ext cx="6861107" cy="842527"/>
          </a:xfrm>
          <a:noFill/>
        </p:spPr>
        <p:txBody>
          <a:bodyPr anchor="t"/>
          <a:lstStyle>
            <a:lvl1pPr algn="r">
              <a:defRPr b="0" cap="all" baseline="0">
                <a:solidFill>
                  <a:schemeClr val="accent1"/>
                </a:solidFill>
                <a:effectLst/>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lIns="0" tIns="0" rIns="0" bIns="0" anchor="b">
            <a:normAutofit/>
          </a:bodyPr>
          <a:lstStyle>
            <a:lvl1pPr marL="0" indent="0">
              <a:buNone/>
              <a:defRPr sz="28000" spc="-200" baseline="0">
                <a:solidFill>
                  <a:schemeClr val="accent3"/>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7"/>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E5E07D1D-D1D5-479B-A8E5-C908666570C8}"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9" name="Straight Connector 8">
            <a:extLst>
              <a:ext uri="{FF2B5EF4-FFF2-40B4-BE49-F238E27FC236}">
                <a16:creationId xmlns:a16="http://schemas.microsoft.com/office/drawing/2014/main" id="{838393CD-94B6-EC8A-E14F-A09689A25C51}"/>
              </a:ext>
              <a:ext uri="{C183D7F6-B498-43B3-948B-1728B52AA6E4}">
                <adec:decorative xmlns:adec="http://schemas.microsoft.com/office/drawing/2017/decorative" val="1"/>
              </a:ext>
            </a:extLst>
          </p:cNvPr>
          <p:cNvCxnSpPr>
            <a:cxnSpLocks/>
          </p:cNvCxnSpPr>
          <p:nvPr/>
        </p:nvCxnSpPr>
        <p:spPr>
          <a:xfrm>
            <a:off x="11503594" y="675861"/>
            <a:ext cx="0" cy="4184295"/>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72521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obj" preserve="1">
  <p:cSld name="Number Large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alpha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429000" y="5042130"/>
            <a:ext cx="8232707" cy="949518"/>
          </a:xfrm>
          <a:noFill/>
        </p:spPr>
        <p:txBody>
          <a:bodyPr anchor="t">
            <a:normAutofit/>
          </a:bodyPr>
          <a:lstStyle>
            <a:lvl1pPr algn="r">
              <a:defRPr sz="3200" b="0" cap="none" baseline="0">
                <a:solidFill>
                  <a:schemeClr val="accent5">
                    <a:lumMod val="75000"/>
                  </a:schemeClr>
                </a:solidFill>
                <a:effectLst/>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6" y="120765"/>
            <a:ext cx="10723000" cy="4260404"/>
          </a:xfrm>
        </p:spPr>
        <p:txBody>
          <a:bodyPr anchor="b">
            <a:normAutofit/>
          </a:bodyPr>
          <a:lstStyle>
            <a:lvl1pPr marL="0" indent="0">
              <a:buNone/>
              <a:defRPr sz="28000" spc="-200" baseline="0">
                <a:solidFill>
                  <a:schemeClr val="accent1"/>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868"/>
            <a:ext cx="2137769" cy="365125"/>
          </a:xfrm>
          <a:noFill/>
        </p:spPr>
        <p:txBody>
          <a:bodyPr/>
          <a:lstStyle>
            <a:lvl1pPr>
              <a:defRPr b="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tx2"/>
                </a:solidFill>
              </a:defRPr>
            </a:lvl1pPr>
          </a:lstStyle>
          <a:p>
            <a:fld id="{DC860212-EC80-4550-8977-412BA68CEEAD}"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tx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24739"/>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21881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obj" preserve="1">
  <p:cSld name="Number Larg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4114799" y="5230607"/>
            <a:ext cx="7634369" cy="761041"/>
          </a:xfrm>
          <a:noFill/>
        </p:spPr>
        <p:txBody>
          <a:bodyPr anchor="t"/>
          <a:lstStyle>
            <a:lvl1pPr algn="r">
              <a:defRPr>
                <a:solidFill>
                  <a:schemeClr val="bg1"/>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bIns="0" anchor="b">
            <a:normAutofit/>
          </a:bodyPr>
          <a:lstStyle>
            <a:lvl1pPr marL="0" indent="0">
              <a:buNone/>
              <a:defRPr sz="31000" spc="-100" baseline="0">
                <a:solidFill>
                  <a:schemeClr val="accent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1"/>
                </a:solidFill>
              </a:defRPr>
            </a:lvl1pPr>
          </a:lstStyle>
          <a:p>
            <a:fld id="{C58B63FC-A13C-4EAB-9220-41BEA3370D02}"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1"/>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29606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obj" preserve="1">
  <p:cSld name="Number Larg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230607"/>
            <a:ext cx="7948445" cy="761041"/>
          </a:xfrm>
          <a:noFill/>
        </p:spPr>
        <p:txBody>
          <a:bodyPr anchor="t"/>
          <a:lstStyle>
            <a:lvl1pPr algn="r">
              <a:defRPr b="1" spc="100" baseline="0">
                <a:solidFill>
                  <a:schemeClr val="bg2"/>
                </a:solidFill>
                <a:latin typeface="+mn-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657225"/>
            <a:ext cx="10924355" cy="5887832"/>
          </a:xfrm>
        </p:spPr>
        <p:txBody>
          <a:bodyPr lIns="0" tIns="0" rIns="0" bIns="0" anchor="ctr">
            <a:normAutofit/>
          </a:bodyPr>
          <a:lstStyle>
            <a:lvl1pPr marL="0" indent="0">
              <a:buNone/>
              <a:defRPr sz="31000" spc="-100" baseline="0">
                <a:solidFill>
                  <a:schemeClr val="bg2"/>
                </a:solid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32480"/>
            <a:ext cx="2137769" cy="365125"/>
          </a:xfrm>
          <a:noFill/>
        </p:spPr>
        <p:txBody>
          <a:bodyPr/>
          <a:lstStyle>
            <a:lvl1pP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4D133BBB-C9BA-478D-ACC3-56E69C31B4D0}"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8" name="Straight Connector 7">
            <a:extLst>
              <a:ext uri="{FF2B5EF4-FFF2-40B4-BE49-F238E27FC236}">
                <a16:creationId xmlns:a16="http://schemas.microsoft.com/office/drawing/2014/main" id="{5129594E-9391-9519-E286-4ED9732CC6C8}"/>
              </a:ext>
              <a:ext uri="{C183D7F6-B498-43B3-948B-1728B52AA6E4}">
                <adec:decorative xmlns:adec="http://schemas.microsoft.com/office/drawing/2017/decorative" val="1"/>
              </a:ext>
            </a:extLst>
          </p:cNvPr>
          <p:cNvCxnSpPr>
            <a:cxnSpLocks/>
          </p:cNvCxnSpPr>
          <p:nvPr/>
        </p:nvCxnSpPr>
        <p:spPr>
          <a:xfrm>
            <a:off x="11509025" y="735417"/>
            <a:ext cx="0" cy="4185948"/>
          </a:xfrm>
          <a:prstGeom prst="line">
            <a:avLst/>
          </a:prstGeom>
          <a:ln w="12700">
            <a:solidFill>
              <a:srgbClr val="EFEDE7">
                <a:alpha val="7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33047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obj" preserve="1">
  <p:cSld name="Number Larg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424EAB6-808C-672B-68A5-49764748CDD8}"/>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800723" y="5122417"/>
            <a:ext cx="7948445" cy="869232"/>
          </a:xfrm>
          <a:noFill/>
        </p:spPr>
        <p:txBody>
          <a:bodyPr anchor="t">
            <a:normAutofit/>
          </a:bodyPr>
          <a:lstStyle>
            <a:lvl1pPr algn="r">
              <a:defRPr sz="2800" b="0" spc="100" baseline="0">
                <a:solidFill>
                  <a:schemeClr val="bg2"/>
                </a:solidFill>
                <a:latin typeface="+mj-lt"/>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434195" y="120765"/>
            <a:ext cx="10659375" cy="4800600"/>
          </a:xfrm>
        </p:spPr>
        <p:txBody>
          <a:bodyPr lIns="0" tIns="0" rIns="0" anchor="b">
            <a:normAutofit/>
          </a:bodyPr>
          <a:lstStyle>
            <a:lvl1pPr marL="0" indent="0">
              <a:spcBef>
                <a:spcPts val="0"/>
              </a:spcBef>
              <a:buNone/>
              <a:defRPr sz="31000" spc="-100" baseline="0">
                <a:ln w="15875">
                  <a:solidFill>
                    <a:schemeClr val="bg2"/>
                  </a:solidFill>
                </a:ln>
                <a:noFill/>
                <a:latin typeface="+mj-lt"/>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10263391" y="616226"/>
            <a:ext cx="1352320" cy="412474"/>
          </a:xfrm>
          <a:noFill/>
        </p:spPr>
        <p:txBody>
          <a:bodyPr anchor="t"/>
          <a:lstStyle>
            <a:lvl1pPr algn="r">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D386BD3A-3427-4776-A455-FF38304F4878}"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75503202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 preserve="1">
  <p:cSld name="Statem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10169921" cy="4949687"/>
          </a:xfrm>
        </p:spPr>
        <p:txBody>
          <a:bodyPr anchor="b">
            <a:normAutofit/>
          </a:bodyPr>
          <a:lstStyle>
            <a:lvl1pPr marL="0" indent="0">
              <a:lnSpc>
                <a:spcPct val="80000"/>
              </a:lnSpc>
              <a:spcBef>
                <a:spcPts val="0"/>
              </a:spcBef>
              <a:buNone/>
              <a:defRPr sz="7200" cap="all" spc="-100" baseline="0">
                <a:solidFill>
                  <a:schemeClr val="accent1"/>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85800"/>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lumMod val="60000"/>
              <a:lumOff val="40000"/>
            </a:schemeClr>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01227"/>
            <a:ext cx="1256738" cy="365125"/>
          </a:xfrm>
          <a:solidFill>
            <a:schemeClr val="accent2">
              <a:lumMod val="60000"/>
              <a:lumOff val="40000"/>
            </a:schemeClr>
          </a:solidFill>
        </p:spPr>
        <p:txBody>
          <a:bodyPr/>
          <a:lstStyle>
            <a:lvl1pPr>
              <a:defRPr>
                <a:solidFill>
                  <a:schemeClr val="bg1"/>
                </a:solidFill>
              </a:defRPr>
            </a:lvl1pPr>
          </a:lstStyle>
          <a:p>
            <a:fld id="{90907655-BDED-4A88-9727-947E02456645}"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6" y="501227"/>
            <a:ext cx="429372" cy="365125"/>
          </a:xfrm>
          <a:solidFill>
            <a:schemeClr val="accent2">
              <a:lumMod val="60000"/>
              <a:lumOff val="40000"/>
            </a:schemeClr>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11281354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reserve="1">
  <p:cSld name="Statement 2">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1649896"/>
            <a:ext cx="9666226" cy="4949687"/>
          </a:xfrm>
        </p:spPr>
        <p:txBody>
          <a:bodyPr anchor="b">
            <a:normAutofit/>
          </a:bodyPr>
          <a:lstStyle>
            <a:lvl1pPr marL="0" indent="0">
              <a:lnSpc>
                <a:spcPct val="80000"/>
              </a:lnSpc>
              <a:spcBef>
                <a:spcPts val="0"/>
              </a:spcBef>
              <a:buNone/>
              <a:defRPr sz="7200" cap="all" spc="-100" baseline="0">
                <a:solidFill>
                  <a:schemeClr val="accent2">
                    <a:lumMod val="40000"/>
                    <a:lumOff val="60000"/>
                  </a:schemeClr>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729532"/>
            <a:ext cx="10326757" cy="0"/>
          </a:xfrm>
          <a:prstGeom prst="line">
            <a:avLst/>
          </a:prstGeom>
          <a:ln w="12700">
            <a:solidFill>
              <a:schemeClr val="bg1">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501227"/>
            <a:ext cx="1907799" cy="365125"/>
          </a:xfrm>
          <a:solidFill>
            <a:schemeClr val="accent2"/>
          </a:solidFill>
        </p:spPr>
        <p:txBody>
          <a:bodyPr/>
          <a:lstStyle>
            <a:lvl1pPr>
              <a:defRPr b="0" spc="0">
                <a:solidFill>
                  <a:schemeClr val="bg1"/>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900458" y="544329"/>
            <a:ext cx="1256738" cy="365125"/>
          </a:xfrm>
          <a:solidFill>
            <a:schemeClr val="accent2"/>
          </a:solidFill>
        </p:spPr>
        <p:txBody>
          <a:bodyPr/>
          <a:lstStyle>
            <a:lvl1pPr>
              <a:defRPr>
                <a:solidFill>
                  <a:schemeClr val="bg1"/>
                </a:solidFill>
              </a:defRPr>
            </a:lvl1pPr>
          </a:lstStyle>
          <a:p>
            <a:fld id="{F0400140-9243-4AE1-A76C-D8BD9EF938F5}"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157195" y="544329"/>
            <a:ext cx="449721" cy="365125"/>
          </a:xfrm>
          <a:solidFill>
            <a:schemeClr val="accent2"/>
          </a:solidFill>
        </p:spPr>
        <p:txBody>
          <a:bodyPr/>
          <a:lstStyle>
            <a:lvl1pPr>
              <a:defRPr>
                <a:solidFill>
                  <a:schemeClr val="bg1"/>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50732657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obj" preserve="1">
  <p:cSld name="Statement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2"/>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F978418A-E4AD-4F4D-B99D-9E40C1234D23}"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23017343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obj" preserve="1">
  <p:cSld name="Statement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3"/>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bg2"/>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bg2"/>
          </a:solidFill>
        </p:spPr>
        <p:txBody>
          <a:bodyPr/>
          <a:lstStyle>
            <a:lvl1pPr>
              <a:defRPr>
                <a:solidFill>
                  <a:schemeClr val="tx2"/>
                </a:solidFill>
              </a:defRPr>
            </a:lvl1pPr>
          </a:lstStyle>
          <a:p>
            <a:fld id="{1A57725C-F3FD-4B16-984B-FC904AD58D64}"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bg2"/>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48123595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Statement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5FCAFD-B73A-5597-B603-55FD5D3AAC1E}"/>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605431" y="-785191"/>
            <a:ext cx="10981137" cy="640080"/>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337930" y="441641"/>
            <a:ext cx="9796670" cy="4358960"/>
          </a:xfrm>
        </p:spPr>
        <p:txBody>
          <a:bodyPr anchor="t">
            <a:normAutofit/>
          </a:bodyPr>
          <a:lstStyle>
            <a:lvl1pPr marL="0" indent="0">
              <a:lnSpc>
                <a:spcPct val="80000"/>
              </a:lnSpc>
              <a:spcBef>
                <a:spcPts val="0"/>
              </a:spcBef>
              <a:buNone/>
              <a:defRPr sz="7200" cap="all" spc="-100" baseline="0">
                <a:solidFill>
                  <a:schemeClr val="accent5"/>
                </a:solidFill>
                <a:latin typeface="+mj-lt"/>
              </a:defRPr>
            </a:lvl1pPr>
            <a:lvl2pPr marL="457200" indent="0">
              <a:lnSpc>
                <a:spcPct val="80000"/>
              </a:lnSpc>
              <a:buNone/>
              <a:defRPr sz="7200" cap="all" baseline="0">
                <a:solidFill>
                  <a:schemeClr val="bg1"/>
                </a:solidFill>
                <a:latin typeface="+mj-lt"/>
              </a:defRPr>
            </a:lvl2pPr>
            <a:lvl3pPr marL="914400" indent="0">
              <a:lnSpc>
                <a:spcPct val="80000"/>
              </a:lnSpc>
              <a:buNone/>
              <a:defRPr sz="7200" cap="all" baseline="0">
                <a:solidFill>
                  <a:schemeClr val="bg1"/>
                </a:solidFill>
                <a:latin typeface="+mj-lt"/>
              </a:defRPr>
            </a:lvl3pPr>
            <a:lvl4pPr marL="1371600" indent="0">
              <a:lnSpc>
                <a:spcPct val="80000"/>
              </a:lnSpc>
              <a:buNone/>
              <a:defRPr sz="6600" cap="all" baseline="0">
                <a:solidFill>
                  <a:schemeClr val="bg1"/>
                </a:solidFill>
                <a:latin typeface="+mj-lt"/>
              </a:defRPr>
            </a:lvl4pPr>
            <a:lvl5pPr marL="1828800" indent="0">
              <a:lnSpc>
                <a:spcPct val="80000"/>
              </a:lnSpc>
              <a:buNone/>
              <a:defRPr sz="6600" cap="all" baseline="0">
                <a:solidFill>
                  <a:schemeClr val="bg1"/>
                </a:solidFill>
                <a:latin typeface="+mj-lt"/>
              </a:defRPr>
            </a:lvl5pPr>
          </a:lstStyle>
          <a:p>
            <a:pPr lvl="0"/>
            <a:r>
              <a:rPr lang="en-US" dirty="0"/>
              <a:t>Click to edit statement</a:t>
            </a:r>
          </a:p>
        </p:txBody>
      </p:sp>
      <p:cxnSp>
        <p:nvCxnSpPr>
          <p:cNvPr id="9" name="Straight Connector 8">
            <a:extLst>
              <a:ext uri="{FF2B5EF4-FFF2-40B4-BE49-F238E27FC236}">
                <a16:creationId xmlns:a16="http://schemas.microsoft.com/office/drawing/2014/main" id="{E9C1887E-643E-BB68-F557-E1EAB0A0A644}"/>
              </a:ext>
              <a:ext uri="{C183D7F6-B498-43B3-948B-1728B52AA6E4}">
                <adec:decorative xmlns:adec="http://schemas.microsoft.com/office/drawing/2017/decorative" val="1"/>
              </a:ext>
            </a:extLst>
          </p:cNvPr>
          <p:cNvCxnSpPr>
            <a:cxnSpLocks/>
          </p:cNvCxnSpPr>
          <p:nvPr/>
        </p:nvCxnSpPr>
        <p:spPr>
          <a:xfrm flipH="1">
            <a:off x="926297" y="6172200"/>
            <a:ext cx="10326757" cy="0"/>
          </a:xfrm>
          <a:prstGeom prst="line">
            <a:avLst/>
          </a:prstGeom>
          <a:ln w="12700">
            <a:solidFill>
              <a:schemeClr val="tx2">
                <a:alpha val="47000"/>
              </a:schemeClr>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1" y="6029270"/>
            <a:ext cx="1907799" cy="365125"/>
          </a:xfrm>
          <a:solidFill>
            <a:schemeClr val="accent5">
              <a:lumMod val="40000"/>
              <a:lumOff val="60000"/>
            </a:schemeClr>
          </a:solidFill>
        </p:spPr>
        <p:txBody>
          <a:bodyPr/>
          <a:lstStyle>
            <a:lvl1pPr>
              <a:defRPr b="0" spc="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134599" y="6029271"/>
            <a:ext cx="1098141" cy="365125"/>
          </a:xfrm>
          <a:solidFill>
            <a:schemeClr val="accent5">
              <a:lumMod val="40000"/>
              <a:lumOff val="60000"/>
            </a:schemeClr>
          </a:solidFill>
        </p:spPr>
        <p:txBody>
          <a:bodyPr/>
          <a:lstStyle>
            <a:lvl1pPr>
              <a:defRPr>
                <a:solidFill>
                  <a:schemeClr val="tx2"/>
                </a:solidFill>
              </a:defRPr>
            </a:lvl1pPr>
          </a:lstStyle>
          <a:p>
            <a:fld id="{F4C780C6-F0FD-455F-A2B8-0A9691723AFF}"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2741" y="6029271"/>
            <a:ext cx="429372" cy="365125"/>
          </a:xfrm>
          <a:solidFill>
            <a:schemeClr val="accent5">
              <a:lumMod val="40000"/>
              <a:lumOff val="60000"/>
            </a:schemeClr>
          </a:solidFill>
        </p:spPr>
        <p:txBody>
          <a:bodyPr/>
          <a:lstStyle>
            <a:lvl1pPr>
              <a:defRPr>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0888502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0" y="0"/>
            <a:ext cx="12191999" cy="6858001"/>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1" y="2"/>
            <a:ext cx="8763000" cy="5038338"/>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ABB386FE-4A21-B72A-BB2B-D4FDFDC3ECA5}"/>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accent5">
                <a:alpha val="45000"/>
              </a:schemeClr>
            </a:solidFill>
          </a:ln>
        </p:spPr>
        <p:style>
          <a:lnRef idx="1">
            <a:schemeClr val="accent1"/>
          </a:lnRef>
          <a:fillRef idx="0">
            <a:schemeClr val="accent1"/>
          </a:fillRef>
          <a:effectRef idx="0">
            <a:schemeClr val="accent1"/>
          </a:effectRef>
          <a:fontRef idx="minor">
            <a:schemeClr val="tx1"/>
          </a:fontRef>
        </p:style>
      </p:cxnSp>
      <p:sp>
        <p:nvSpPr>
          <p:cNvPr id="7" name="Title 6">
            <a:extLst>
              <a:ext uri="{FF2B5EF4-FFF2-40B4-BE49-F238E27FC236}">
                <a16:creationId xmlns:a16="http://schemas.microsoft.com/office/drawing/2014/main" id="{D4813FB1-9165-4DD7-C4C2-EAFC20602DB8}"/>
              </a:ext>
            </a:extLst>
          </p:cNvPr>
          <p:cNvSpPr>
            <a:spLocks noGrp="1"/>
          </p:cNvSpPr>
          <p:nvPr>
            <p:ph type="title" hasCustomPrompt="1"/>
          </p:nvPr>
        </p:nvSpPr>
        <p:spPr>
          <a:xfrm>
            <a:off x="4114800" y="5410203"/>
            <a:ext cx="7543800" cy="372746"/>
          </a:xfrm>
          <a:noFill/>
        </p:spPr>
        <p:txBody>
          <a:bodyPr tIns="91440" bIns="91440" anchor="ctr">
            <a:normAutofit/>
          </a:bodyPr>
          <a:lstStyle>
            <a:lvl1pPr algn="r">
              <a:defRPr sz="2000">
                <a:solidFill>
                  <a:schemeClr val="accent1"/>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845296" cy="3656168"/>
          </a:xfrm>
        </p:spPr>
        <p:txBody>
          <a:bodyPr>
            <a:normAutofit/>
          </a:bodyPr>
          <a:lstStyle>
            <a:lvl1pPr marL="228600" indent="-228600">
              <a:lnSpc>
                <a:spcPct val="85000"/>
              </a:lnSpc>
              <a:spcBef>
                <a:spcPts val="0"/>
              </a:spcBef>
              <a:buNone/>
              <a:defRPr sz="5800" b="0" cap="all" spc="0" baseline="0">
                <a:solidFill>
                  <a:schemeClr val="accent5"/>
                </a:solidFill>
                <a:latin typeface="+mj-lt"/>
              </a:defRPr>
            </a:lvl1pPr>
          </a:lstStyle>
          <a:p>
            <a:pPr lvl="0"/>
            <a:r>
              <a:rPr lang="en-US" dirty="0"/>
              <a:t>Click to edit quote</a:t>
            </a:r>
          </a:p>
        </p:txBody>
      </p:sp>
      <p:sp>
        <p:nvSpPr>
          <p:cNvPr id="10" name="Footer Placeholder 9">
            <a:extLst>
              <a:ext uri="{FF2B5EF4-FFF2-40B4-BE49-F238E27FC236}">
                <a16:creationId xmlns:a16="http://schemas.microsoft.com/office/drawing/2014/main" id="{94F49A81-8721-B846-5567-52769C04D66C}"/>
              </a:ext>
            </a:extLst>
          </p:cNvPr>
          <p:cNvSpPr>
            <a:spLocks noGrp="1"/>
          </p:cNvSpPr>
          <p:nvPr>
            <p:ph type="ftr" sz="quarter" idx="11"/>
          </p:nvPr>
        </p:nvSpPr>
        <p:spPr>
          <a:xfrm>
            <a:off x="605430" y="6029868"/>
            <a:ext cx="1911096" cy="365125"/>
          </a:xfrm>
          <a:solidFill>
            <a:schemeClr val="accent3">
              <a:lumMod val="60000"/>
              <a:lumOff val="40000"/>
            </a:schemeClr>
          </a:solidFill>
        </p:spPr>
        <p:txBody>
          <a:bodyPr/>
          <a:lstStyle>
            <a:lvl1pPr>
              <a:defRPr b="0">
                <a:solidFill>
                  <a:schemeClr val="accent5"/>
                </a:solidFill>
                <a:latin typeface="+mn-lt"/>
              </a:defRPr>
            </a:lvl1pPr>
          </a:lstStyle>
          <a:p>
            <a:r>
              <a:rPr lang="en-US"/>
              <a:t>Sample Footer Text</a:t>
            </a:r>
          </a:p>
        </p:txBody>
      </p:sp>
      <p:sp>
        <p:nvSpPr>
          <p:cNvPr id="9" name="Date Placeholder 8">
            <a:extLst>
              <a:ext uri="{FF2B5EF4-FFF2-40B4-BE49-F238E27FC236}">
                <a16:creationId xmlns:a16="http://schemas.microsoft.com/office/drawing/2014/main" id="{FB3E54B7-FFB1-7BFC-0189-A17360728C52}"/>
              </a:ext>
            </a:extLst>
          </p:cNvPr>
          <p:cNvSpPr>
            <a:spLocks noGrp="1"/>
          </p:cNvSpPr>
          <p:nvPr>
            <p:ph type="dt" sz="half" idx="10"/>
          </p:nvPr>
        </p:nvSpPr>
        <p:spPr>
          <a:xfrm>
            <a:off x="9802368" y="6029868"/>
            <a:ext cx="1435608" cy="365125"/>
          </a:xfrm>
          <a:solidFill>
            <a:schemeClr val="accent3">
              <a:lumMod val="60000"/>
              <a:lumOff val="40000"/>
            </a:schemeClr>
          </a:solidFill>
        </p:spPr>
        <p:txBody>
          <a:bodyPr/>
          <a:lstStyle>
            <a:lvl1pPr>
              <a:defRPr b="0">
                <a:solidFill>
                  <a:schemeClr val="accent5"/>
                </a:solidFill>
                <a:latin typeface="+mn-lt"/>
              </a:defRPr>
            </a:lvl1pPr>
          </a:lstStyle>
          <a:p>
            <a:fld id="{D348C769-7AB4-4647-BD58-CC3E9CA66889}" type="datetime1">
              <a:rPr lang="en-US" smtClean="0"/>
              <a:t>1/11/2026</a:t>
            </a:fld>
            <a:endParaRPr lang="en-US"/>
          </a:p>
        </p:txBody>
      </p:sp>
      <p:sp>
        <p:nvSpPr>
          <p:cNvPr id="11" name="Slide Number Placeholder 10">
            <a:extLst>
              <a:ext uri="{FF2B5EF4-FFF2-40B4-BE49-F238E27FC236}">
                <a16:creationId xmlns:a16="http://schemas.microsoft.com/office/drawing/2014/main" id="{D1DF2706-0EDF-0D3B-C01B-613E7D1BB6CC}"/>
              </a:ext>
            </a:extLst>
          </p:cNvPr>
          <p:cNvSpPr>
            <a:spLocks noGrp="1"/>
          </p:cNvSpPr>
          <p:nvPr>
            <p:ph type="sldNum" sz="quarter" idx="12"/>
          </p:nvPr>
        </p:nvSpPr>
        <p:spPr>
          <a:solidFill>
            <a:schemeClr val="accent3">
              <a:lumMod val="60000"/>
              <a:lumOff val="40000"/>
            </a:schemeClr>
          </a:solid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20599613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Quote 2">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cxnSp>
        <p:nvCxnSpPr>
          <p:cNvPr id="13" name="Straight Connector 12">
            <a:extLst>
              <a:ext uri="{FF2B5EF4-FFF2-40B4-BE49-F238E27FC236}">
                <a16:creationId xmlns:a16="http://schemas.microsoft.com/office/drawing/2014/main" id="{B4DD8063-0B64-5552-D964-11CA84F7ABD9}"/>
              </a:ext>
              <a:ext uri="{C183D7F6-B498-43B3-948B-1728B52AA6E4}">
                <adec:decorative xmlns:adec="http://schemas.microsoft.com/office/drawing/2017/decorative" val="1"/>
              </a:ext>
            </a:extLst>
          </p:cNvPr>
          <p:cNvCxnSpPr>
            <a:cxnSpLocks/>
          </p:cNvCxnSpPr>
          <p:nvPr/>
        </p:nvCxnSpPr>
        <p:spPr>
          <a:xfrm>
            <a:off x="11082528" y="725556"/>
            <a:ext cx="0" cy="4135136"/>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4443564" y="5167222"/>
            <a:ext cx="6789870" cy="679510"/>
          </a:xfrm>
          <a:solidFill>
            <a:schemeClr val="bg2"/>
          </a:solidFill>
        </p:spPr>
        <p:txBody>
          <a:bodyPr tIns="91440" bIns="91440" anchor="ctr">
            <a:normAutofit/>
          </a:bodyPr>
          <a:lstStyle>
            <a:lvl1pPr algn="r">
              <a:defRPr sz="2000" b="1" cap="none" baseline="0">
                <a:solidFill>
                  <a:schemeClr val="accent5"/>
                </a:solidFill>
                <a:latin typeface="+mn-lt"/>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725556"/>
            <a:ext cx="8653281" cy="4075044"/>
          </a:xfrm>
        </p:spPr>
        <p:txBody>
          <a:bodyPr>
            <a:normAutofit/>
          </a:bodyPr>
          <a:lstStyle>
            <a:lvl1pPr marL="228600" indent="-228600">
              <a:lnSpc>
                <a:spcPct val="85000"/>
              </a:lnSpc>
              <a:spcBef>
                <a:spcPts val="0"/>
              </a:spcBef>
              <a:buNone/>
              <a:defRPr sz="5400" b="0" cap="all" spc="0" baseline="0">
                <a:solidFill>
                  <a:schemeClr val="accent2"/>
                </a:solidFill>
                <a:latin typeface="+mj-lt"/>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3503" y="6029868"/>
            <a:ext cx="1911096" cy="367060"/>
          </a:xfrm>
          <a:noFill/>
        </p:spPr>
        <p:txBody>
          <a:bodyPr anchor="ctr"/>
          <a:lstStyle>
            <a:lvl1pPr algn="l">
              <a:defRPr b="0" spc="0">
                <a:solidFill>
                  <a:schemeClr val="accent5"/>
                </a:solidFill>
                <a:latin typeface="+mn-lt"/>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801193" y="6029868"/>
            <a:ext cx="1439323" cy="365125"/>
          </a:xfrm>
          <a:noFill/>
        </p:spPr>
        <p:txBody>
          <a:bodyPr/>
          <a:lstStyle>
            <a:lvl1pPr algn="r">
              <a:defRPr b="0">
                <a:solidFill>
                  <a:schemeClr val="accent5"/>
                </a:solidFill>
                <a:latin typeface="+mn-lt"/>
              </a:defRPr>
            </a:lvl1pPr>
          </a:lstStyle>
          <a:p>
            <a:fld id="{67891EA0-6E5D-4821-92F4-23CFFDAC5E38}"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xfrm>
            <a:off x="11233434" y="6029868"/>
            <a:ext cx="429372" cy="365125"/>
          </a:xfrm>
          <a:noFill/>
        </p:spPr>
        <p:txBody>
          <a:bodyPr/>
          <a:lstStyle>
            <a:lvl1pPr>
              <a:defRPr b="0">
                <a:solidFill>
                  <a:schemeClr val="accent5"/>
                </a:solidFill>
                <a:latin typeface="+mn-lt"/>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4475764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8" name="Rectangle 7">
            <a:extLst>
              <a:ext uri="{FF2B5EF4-FFF2-40B4-BE49-F238E27FC236}">
                <a16:creationId xmlns:a16="http://schemas.microsoft.com/office/drawing/2014/main" id="{358D5F78-0179-D9C3-74D3-62CE152FFECE}"/>
              </a:ext>
              <a:ext uri="{C183D7F6-B498-43B3-948B-1728B52AA6E4}">
                <adec:decorative xmlns:adec="http://schemas.microsoft.com/office/drawing/2017/decorative" val="1"/>
              </a:ext>
            </a:extLst>
          </p:cNvPr>
          <p:cNvSpPr/>
          <p:nvPr/>
        </p:nvSpPr>
        <p:spPr>
          <a:xfrm>
            <a:off x="3439120" y="1202645"/>
            <a:ext cx="5301113" cy="445270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a:extLst>
              <a:ext uri="{FF2B5EF4-FFF2-40B4-BE49-F238E27FC236}">
                <a16:creationId xmlns:a16="http://schemas.microsoft.com/office/drawing/2014/main" id="{5EDCDC8B-43A9-5AA8-8ACB-3F984DC1BEBF}"/>
              </a:ext>
              <a:ext uri="{C183D7F6-B498-43B3-948B-1728B52AA6E4}">
                <adec:decorative xmlns:adec="http://schemas.microsoft.com/office/drawing/2017/decorative" val="1"/>
              </a:ext>
            </a:extLst>
          </p:cNvPr>
          <p:cNvCxnSpPr>
            <a:cxnSpLocks/>
          </p:cNvCxnSpPr>
          <p:nvPr/>
        </p:nvCxnSpPr>
        <p:spPr>
          <a:xfrm flipV="1">
            <a:off x="6096000" y="540251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6096000" y="0"/>
            <a:ext cx="0" cy="1455490"/>
          </a:xfrm>
          <a:prstGeom prst="line">
            <a:avLst/>
          </a:prstGeom>
          <a:ln w="12700">
            <a:solidFill>
              <a:schemeClr val="tx2">
                <a:alpha val="7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3963474" y="4659653"/>
            <a:ext cx="4252404" cy="520187"/>
          </a:xfrm>
          <a:noFill/>
        </p:spPr>
        <p:txBody>
          <a:bodyPr anchor="ctr">
            <a:normAutofit/>
          </a:bodyPr>
          <a:lstStyle>
            <a:lvl1pPr algn="ctr">
              <a:defRPr sz="1600">
                <a:solidFill>
                  <a:schemeClr val="accent2"/>
                </a:solidFill>
              </a:defRPr>
            </a:lvl1pPr>
          </a:lstStyle>
          <a:p>
            <a:r>
              <a:rPr lang="en-US" dirty="0"/>
              <a:t>Quote Author</a:t>
            </a:r>
          </a:p>
        </p:txBody>
      </p:sp>
      <p:sp>
        <p:nvSpPr>
          <p:cNvPr id="14" name="Footer Placeholder 13">
            <a:extLst>
              <a:ext uri="{FF2B5EF4-FFF2-40B4-BE49-F238E27FC236}">
                <a16:creationId xmlns:a16="http://schemas.microsoft.com/office/drawing/2014/main" id="{B22420FA-FDBE-1BD5-73B2-9577BE200CF2}"/>
              </a:ext>
            </a:extLst>
          </p:cNvPr>
          <p:cNvSpPr>
            <a:spLocks noGrp="1"/>
          </p:cNvSpPr>
          <p:nvPr>
            <p:ph type="ftr" sz="quarter" idx="11"/>
          </p:nvPr>
        </p:nvSpPr>
        <p:spPr>
          <a:noFill/>
        </p:spPr>
        <p:txBody>
          <a:bodyPr/>
          <a:lstStyle>
            <a:lvl1pPr>
              <a:defRPr b="0">
                <a:solidFill>
                  <a:schemeClr val="accent5"/>
                </a:solidFill>
              </a:defRPr>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2312230" y="1793287"/>
            <a:ext cx="7554892" cy="2494627"/>
          </a:xfrm>
        </p:spPr>
        <p:txBody>
          <a:bodyPr anchor="ctr">
            <a:normAutofit/>
          </a:bodyPr>
          <a:lstStyle>
            <a:lvl1pPr marL="0" indent="0" algn="ctr">
              <a:lnSpc>
                <a:spcPct val="85000"/>
              </a:lnSpc>
              <a:buNone/>
              <a:defRPr sz="4800" b="0" cap="none" spc="0" baseline="0">
                <a:solidFill>
                  <a:schemeClr val="accent5"/>
                </a:solidFill>
                <a:latin typeface="+mn-lt"/>
              </a:defRPr>
            </a:lvl1pPr>
          </a:lstStyle>
          <a:p>
            <a:pPr lvl="0"/>
            <a:r>
              <a:rPr lang="en-US" dirty="0"/>
              <a:t>Click to edit quote</a:t>
            </a:r>
          </a:p>
        </p:txBody>
      </p:sp>
      <p:sp>
        <p:nvSpPr>
          <p:cNvPr id="13" name="Date Placeholder 12">
            <a:extLst>
              <a:ext uri="{FF2B5EF4-FFF2-40B4-BE49-F238E27FC236}">
                <a16:creationId xmlns:a16="http://schemas.microsoft.com/office/drawing/2014/main" id="{44359CE5-9894-7A66-486B-F830CCE17772}"/>
              </a:ext>
            </a:extLst>
          </p:cNvPr>
          <p:cNvSpPr>
            <a:spLocks noGrp="1"/>
          </p:cNvSpPr>
          <p:nvPr>
            <p:ph type="dt" sz="half" idx="10"/>
          </p:nvPr>
        </p:nvSpPr>
        <p:spPr>
          <a:noFill/>
        </p:spPr>
        <p:txBody>
          <a:bodyPr/>
          <a:lstStyle>
            <a:lvl1pPr>
              <a:defRPr>
                <a:solidFill>
                  <a:schemeClr val="accent5"/>
                </a:solidFill>
              </a:defRPr>
            </a:lvl1pPr>
          </a:lstStyle>
          <a:p>
            <a:fld id="{869CC736-6517-4DE3-9A18-5EB6F27EF875}" type="datetime1">
              <a:rPr lang="en-US" smtClean="0"/>
              <a:t>1/11/2026</a:t>
            </a:fld>
            <a:endParaRPr lang="en-US"/>
          </a:p>
        </p:txBody>
      </p:sp>
      <p:sp>
        <p:nvSpPr>
          <p:cNvPr id="15" name="Slide Number Placeholder 14">
            <a:extLst>
              <a:ext uri="{FF2B5EF4-FFF2-40B4-BE49-F238E27FC236}">
                <a16:creationId xmlns:a16="http://schemas.microsoft.com/office/drawing/2014/main" id="{4A2B012E-FACE-13C2-4909-F2AE04FD18CB}"/>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41445583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Quote 4">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0"/>
            <a:ext cx="12192000" cy="6858000"/>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pic>
        <p:nvPicPr>
          <p:cNvPr id="8" name="Picture 7">
            <a:extLst>
              <a:ext uri="{FF2B5EF4-FFF2-40B4-BE49-F238E27FC236}">
                <a16:creationId xmlns:a16="http://schemas.microsoft.com/office/drawing/2014/main" id="{E2FBFD51-0E30-9113-3F4A-D0B88575143F}"/>
              </a:ext>
              <a:ext uri="{C183D7F6-B498-43B3-948B-1728B52AA6E4}">
                <adec:decorative xmlns:adec="http://schemas.microsoft.com/office/drawing/2017/decorative" val="1"/>
              </a:ext>
            </a:extLst>
          </p:cNvPr>
          <p:cNvPicPr>
            <a:picLocks noChangeAspect="1"/>
          </p:cNvPicPr>
          <p:nvPr/>
        </p:nvPicPr>
        <p:blipFill>
          <a:blip r:embed="rId2" cstate="email">
            <a:alphaModFix amt="28000"/>
            <a:duotone>
              <a:prstClr val="black"/>
              <a:schemeClr val="accent3">
                <a:tint val="45000"/>
                <a:satMod val="400000"/>
              </a:schemeClr>
            </a:duotone>
            <a:extLst>
              <a:ext uri="{28A0092B-C50C-407E-A947-70E740481C1C}">
                <a14:useLocalDpi xmlns:a14="http://schemas.microsoft.com/office/drawing/2010/main"/>
              </a:ext>
            </a:extLst>
          </a:blip>
          <a:srcRect/>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606447" y="5204117"/>
            <a:ext cx="11019882" cy="715858"/>
          </a:xfrm>
          <a:noFill/>
        </p:spPr>
        <p:txBody>
          <a:bodyPr tIns="91440" bIns="91440" anchor="ctr">
            <a:normAutofit/>
          </a:bodyPr>
          <a:lstStyle>
            <a:lvl1pPr algn="r">
              <a:defRPr sz="1800">
                <a:solidFill>
                  <a:schemeClr val="accent2"/>
                </a:solidFill>
              </a:defRPr>
            </a:lvl1pPr>
          </a:lstStyle>
          <a:p>
            <a:r>
              <a:rPr lang="en-US" dirty="0"/>
              <a:t>Quote Author</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hasCustomPrompt="1"/>
          </p:nvPr>
        </p:nvSpPr>
        <p:spPr>
          <a:xfrm>
            <a:off x="603504" y="539646"/>
            <a:ext cx="8406832" cy="3709557"/>
          </a:xfrm>
        </p:spPr>
        <p:txBody>
          <a:bodyPr>
            <a:normAutofit/>
          </a:bodyPr>
          <a:lstStyle>
            <a:lvl1pPr marL="228600" indent="-228600">
              <a:lnSpc>
                <a:spcPct val="100000"/>
              </a:lnSpc>
              <a:spcBef>
                <a:spcPts val="0"/>
              </a:spcBef>
              <a:buNone/>
              <a:defRPr sz="5400" b="0" cap="none" spc="0" baseline="0">
                <a:solidFill>
                  <a:schemeClr val="bg2"/>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3" y="6028848"/>
            <a:ext cx="1828970" cy="366144"/>
          </a:xfrm>
          <a:noFill/>
        </p:spPr>
        <p:txBody>
          <a:bodyPr/>
          <a:lstStyle>
            <a:lvl1pPr algn="l">
              <a:defRPr b="0" spc="0">
                <a:solidFill>
                  <a:schemeClr val="bg2"/>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noFill/>
        </p:spPr>
        <p:txBody>
          <a:bodyPr/>
          <a:lstStyle>
            <a:lvl1pPr>
              <a:defRPr>
                <a:solidFill>
                  <a:schemeClr val="bg2"/>
                </a:solidFill>
              </a:defRPr>
            </a:lvl1pPr>
          </a:lstStyle>
          <a:p>
            <a:fld id="{55971960-CC10-477C-A0E8-32CE7F9D38E0}"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bg2"/>
                </a:solidFill>
              </a:defRPr>
            </a:lvl1pPr>
          </a:lstStyle>
          <a:p>
            <a:fld id="{27F8DDA4-3B80-4E8A-A8F5-521F73BF9127}" type="slidenum">
              <a:rPr lang="en-US" smtClean="0"/>
              <a:t>‹#›</a:t>
            </a:fld>
            <a:endParaRPr lang="en-US"/>
          </a:p>
        </p:txBody>
      </p:sp>
      <p:cxnSp>
        <p:nvCxnSpPr>
          <p:cNvPr id="7" name="Straight Connector 6">
            <a:extLst>
              <a:ext uri="{FF2B5EF4-FFF2-40B4-BE49-F238E27FC236}">
                <a16:creationId xmlns:a16="http://schemas.microsoft.com/office/drawing/2014/main" id="{390E99C4-92E7-3B92-2013-C034357E2D72}"/>
              </a:ext>
              <a:ext uri="{C183D7F6-B498-43B3-948B-1728B52AA6E4}">
                <adec:decorative xmlns:adec="http://schemas.microsoft.com/office/drawing/2017/decorative" val="1"/>
              </a:ext>
            </a:extLst>
          </p:cNvPr>
          <p:cNvCxnSpPr>
            <a:cxnSpLocks/>
          </p:cNvCxnSpPr>
          <p:nvPr/>
        </p:nvCxnSpPr>
        <p:spPr>
          <a:xfrm>
            <a:off x="685800" y="4804478"/>
            <a:ext cx="108204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22097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Quote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5052C017-FC5C-A7A2-BA15-6C113717C33C}"/>
              </a:ext>
              <a:ext uri="{C183D7F6-B498-43B3-948B-1728B52AA6E4}">
                <adec:decorative xmlns:adec="http://schemas.microsoft.com/office/drawing/2017/decorative" val="1"/>
              </a:ext>
            </a:extLst>
          </p:cNvPr>
          <p:cNvSpPr/>
          <p:nvPr/>
        </p:nvSpPr>
        <p:spPr>
          <a:xfrm>
            <a:off x="1" y="-1"/>
            <a:ext cx="12192000" cy="685800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8A4F"/>
              </a:solidFill>
            </a:endParaRPr>
          </a:p>
        </p:txBody>
      </p:sp>
      <p:sp>
        <p:nvSpPr>
          <p:cNvPr id="11" name="Rectangle 10">
            <a:extLst>
              <a:ext uri="{FF2B5EF4-FFF2-40B4-BE49-F238E27FC236}">
                <a16:creationId xmlns:a16="http://schemas.microsoft.com/office/drawing/2014/main" id="{C278D15F-775B-01A1-AD5A-860DC9A2EA8C}"/>
              </a:ext>
              <a:ext uri="{C183D7F6-B498-43B3-948B-1728B52AA6E4}">
                <adec:decorative xmlns:adec="http://schemas.microsoft.com/office/drawing/2017/decorative" val="1"/>
              </a:ext>
            </a:extLst>
          </p:cNvPr>
          <p:cNvSpPr/>
          <p:nvPr/>
        </p:nvSpPr>
        <p:spPr>
          <a:xfrm>
            <a:off x="0" y="1"/>
            <a:ext cx="9448801" cy="4800599"/>
          </a:xfrm>
          <a:prstGeom prst="rect">
            <a:avLst/>
          </a:prstGeom>
          <a:solidFill>
            <a:schemeClr val="bg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E8FE70F6-FCE2-0FC4-2CD2-165DDD7471FB}"/>
              </a:ext>
              <a:ext uri="{C183D7F6-B498-43B3-948B-1728B52AA6E4}">
                <adec:decorative xmlns:adec="http://schemas.microsoft.com/office/drawing/2017/decorative" val="1"/>
              </a:ext>
            </a:extLst>
          </p:cNvPr>
          <p:cNvCxnSpPr>
            <a:cxnSpLocks/>
          </p:cNvCxnSpPr>
          <p:nvPr/>
        </p:nvCxnSpPr>
        <p:spPr>
          <a:xfrm flipV="1">
            <a:off x="11081989" y="698720"/>
            <a:ext cx="0" cy="4101880"/>
          </a:xfrm>
          <a:prstGeom prst="line">
            <a:avLst/>
          </a:prstGeom>
          <a:ln w="12700">
            <a:solidFill>
              <a:schemeClr val="tx2">
                <a:alpha val="65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hasCustomPrompt="1"/>
          </p:nvPr>
        </p:nvSpPr>
        <p:spPr>
          <a:xfrm>
            <a:off x="984864" y="5257800"/>
            <a:ext cx="10255196" cy="748275"/>
          </a:xfrm>
          <a:noFill/>
        </p:spPr>
        <p:txBody>
          <a:bodyPr anchor="ctr">
            <a:normAutofit/>
          </a:bodyPr>
          <a:lstStyle>
            <a:lvl1pPr algn="r">
              <a:defRPr sz="1800">
                <a:solidFill>
                  <a:schemeClr val="accent2"/>
                </a:solidFill>
              </a:defRPr>
            </a:lvl1pPr>
          </a:lstStyle>
          <a:p>
            <a:r>
              <a:rPr lang="en-US" dirty="0"/>
              <a:t>Quote Author</a:t>
            </a:r>
          </a:p>
        </p:txBody>
      </p:sp>
      <p:sp>
        <p:nvSpPr>
          <p:cNvPr id="8" name="Content Placeholder 7">
            <a:extLst>
              <a:ext uri="{FF2B5EF4-FFF2-40B4-BE49-F238E27FC236}">
                <a16:creationId xmlns:a16="http://schemas.microsoft.com/office/drawing/2014/main" id="{64AEC05F-4937-10A8-1A19-6FA315BE7ADF}"/>
              </a:ext>
            </a:extLst>
          </p:cNvPr>
          <p:cNvSpPr>
            <a:spLocks noGrp="1"/>
          </p:cNvSpPr>
          <p:nvPr>
            <p:ph sz="quarter" idx="13" hasCustomPrompt="1"/>
          </p:nvPr>
        </p:nvSpPr>
        <p:spPr>
          <a:xfrm>
            <a:off x="887413" y="1033272"/>
            <a:ext cx="9247187" cy="3257550"/>
          </a:xfrm>
        </p:spPr>
        <p:txBody>
          <a:bodyPr>
            <a:normAutofit/>
          </a:bodyPr>
          <a:lstStyle>
            <a:lvl1pPr marL="228600" indent="-228600">
              <a:lnSpc>
                <a:spcPct val="85000"/>
              </a:lnSpc>
              <a:buNone/>
              <a:defRPr sz="5400">
                <a:solidFill>
                  <a:schemeClr val="accent5"/>
                </a:solidFill>
              </a:defRPr>
            </a:lvl1pPr>
          </a:lstStyle>
          <a:p>
            <a:pPr lvl="0"/>
            <a:r>
              <a:rPr lang="en-US" dirty="0"/>
              <a:t>Click to edit quote</a:t>
            </a:r>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lstStyle>
            <a:lvl1pPr algn="l">
              <a:defRPr b="0" spc="0">
                <a:solidFill>
                  <a:schemeClr val="accent5"/>
                </a:solidFill>
              </a:defRPr>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10058400" y="6029868"/>
            <a:ext cx="1182686" cy="365125"/>
          </a:xfrm>
          <a:noFill/>
        </p:spPr>
        <p:txBody>
          <a:bodyPr/>
          <a:lstStyle>
            <a:lvl1pPr algn="r">
              <a:defRPr>
                <a:solidFill>
                  <a:schemeClr val="accent5"/>
                </a:solidFill>
              </a:defRPr>
            </a:lvl1pPr>
          </a:lstStyle>
          <a:p>
            <a:fld id="{84D8584C-2125-40A2-8519-09FB9A8C3315}"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lvl1pPr>
              <a:defRPr>
                <a:solidFill>
                  <a:schemeClr val="accent5"/>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39271735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50773-1259-8F51-3561-DF3A80B264DE}"/>
              </a:ext>
            </a:extLst>
          </p:cNvPr>
          <p:cNvSpPr>
            <a:spLocks noGrp="1"/>
          </p:cNvSpPr>
          <p:nvPr>
            <p:ph type="title"/>
          </p:nvPr>
        </p:nvSpPr>
        <p:spPr>
          <a:xfrm>
            <a:off x="603504" y="521185"/>
            <a:ext cx="10902696" cy="1070849"/>
          </a:xfrm>
          <a:noFill/>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9C966CF-BE4B-28C8-6D17-E087E97C0E98}"/>
              </a:ext>
            </a:extLst>
          </p:cNvPr>
          <p:cNvSpPr>
            <a:spLocks noGrp="1"/>
          </p:cNvSpPr>
          <p:nvPr>
            <p:ph sz="half" idx="1"/>
          </p:nvPr>
        </p:nvSpPr>
        <p:spPr>
          <a:xfrm>
            <a:off x="605431"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1559437-5037-4EE7-88FA-80C5AA0870F2}"/>
              </a:ext>
            </a:extLst>
          </p:cNvPr>
          <p:cNvSpPr>
            <a:spLocks noGrp="1"/>
          </p:cNvSpPr>
          <p:nvPr>
            <p:ph sz="half" idx="2"/>
          </p:nvPr>
        </p:nvSpPr>
        <p:spPr>
          <a:xfrm>
            <a:off x="6324600" y="1756230"/>
            <a:ext cx="5181600" cy="40349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68326746-DF44-9DEF-8471-A5E1F6CCC502}"/>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15850B58-64D5-F359-1AC8-3D57AA87BFBD}"/>
              </a:ext>
            </a:extLst>
          </p:cNvPr>
          <p:cNvSpPr>
            <a:spLocks noGrp="1"/>
          </p:cNvSpPr>
          <p:nvPr>
            <p:ph type="dt" sz="half" idx="10"/>
          </p:nvPr>
        </p:nvSpPr>
        <p:spPr/>
        <p:txBody>
          <a:bodyPr/>
          <a:lstStyle/>
          <a:p>
            <a:fld id="{B3C0EDEC-0890-4E6D-9DE0-ECAF543851A7}" type="datetime1">
              <a:rPr lang="en-US" smtClean="0"/>
              <a:t>1/11/2026</a:t>
            </a:fld>
            <a:endParaRPr lang="en-US"/>
          </a:p>
        </p:txBody>
      </p:sp>
      <p:sp>
        <p:nvSpPr>
          <p:cNvPr id="7" name="Slide Number Placeholder 6">
            <a:extLst>
              <a:ext uri="{FF2B5EF4-FFF2-40B4-BE49-F238E27FC236}">
                <a16:creationId xmlns:a16="http://schemas.microsoft.com/office/drawing/2014/main" id="{9F6A22FA-48E7-5BF5-6432-6C7A54D7E031}"/>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7170327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D87-72DE-A210-5C2D-570A1B01D41E}"/>
              </a:ext>
            </a:extLst>
          </p:cNvPr>
          <p:cNvSpPr>
            <a:spLocks noGrp="1"/>
          </p:cNvSpPr>
          <p:nvPr>
            <p:ph type="title"/>
          </p:nvPr>
        </p:nvSpPr>
        <p:spPr>
          <a:xfrm>
            <a:off x="603504" y="521206"/>
            <a:ext cx="10899648" cy="1069848"/>
          </a:xfrm>
          <a:noFill/>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73932A9-21A4-5A57-9D72-8C46993E6B11}"/>
              </a:ext>
            </a:extLst>
          </p:cNvPr>
          <p:cNvSpPr>
            <a:spLocks noGrp="1"/>
          </p:cNvSpPr>
          <p:nvPr>
            <p:ph type="body" idx="1"/>
          </p:nvPr>
        </p:nvSpPr>
        <p:spPr>
          <a:xfrm>
            <a:off x="605431" y="1631076"/>
            <a:ext cx="5157787" cy="709394"/>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283D4B4-A366-E12D-19BB-C17B71466184}"/>
              </a:ext>
            </a:extLst>
          </p:cNvPr>
          <p:cNvSpPr>
            <a:spLocks noGrp="1"/>
          </p:cNvSpPr>
          <p:nvPr>
            <p:ph sz="half" idx="2"/>
          </p:nvPr>
        </p:nvSpPr>
        <p:spPr>
          <a:xfrm>
            <a:off x="605431" y="2372146"/>
            <a:ext cx="5157787" cy="349525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BC06DAAF-1A05-D83C-70C1-CEADA4EB7389}"/>
              </a:ext>
            </a:extLst>
          </p:cNvPr>
          <p:cNvSpPr>
            <a:spLocks noGrp="1"/>
          </p:cNvSpPr>
          <p:nvPr>
            <p:ph type="body" sz="quarter" idx="3"/>
          </p:nvPr>
        </p:nvSpPr>
        <p:spPr>
          <a:xfrm>
            <a:off x="6324600" y="1631076"/>
            <a:ext cx="5183188" cy="709393"/>
          </a:xfrm>
        </p:spPr>
        <p:txBody>
          <a:bodyPr anchor="b">
            <a:normAutofit/>
          </a:bodyPr>
          <a:lstStyle>
            <a:lvl1pPr marL="0" indent="0">
              <a:buNone/>
              <a:defRPr sz="1800" b="1" cap="all" spc="5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E7B13-3453-6313-B416-E9FF9DA2E010}"/>
              </a:ext>
            </a:extLst>
          </p:cNvPr>
          <p:cNvSpPr>
            <a:spLocks noGrp="1"/>
          </p:cNvSpPr>
          <p:nvPr>
            <p:ph sz="quarter" idx="4"/>
          </p:nvPr>
        </p:nvSpPr>
        <p:spPr>
          <a:xfrm>
            <a:off x="6324600" y="2372146"/>
            <a:ext cx="5183188" cy="34952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061BE2D-E1A3-1A5C-AE37-9DC52A9717B7}"/>
              </a:ext>
            </a:extLst>
          </p:cNvPr>
          <p:cNvSpPr>
            <a:spLocks noGrp="1"/>
          </p:cNvSpPr>
          <p:nvPr>
            <p:ph type="ftr" sz="quarter" idx="11"/>
          </p:nvPr>
        </p:nvSpPr>
        <p:spPr/>
        <p:txBody>
          <a:bodyPr/>
          <a:lstStyle/>
          <a:p>
            <a:r>
              <a:rPr lang="en-US"/>
              <a:t>Sample Footer Text</a:t>
            </a:r>
          </a:p>
        </p:txBody>
      </p:sp>
      <p:sp>
        <p:nvSpPr>
          <p:cNvPr id="7" name="Date Placeholder 6">
            <a:extLst>
              <a:ext uri="{FF2B5EF4-FFF2-40B4-BE49-F238E27FC236}">
                <a16:creationId xmlns:a16="http://schemas.microsoft.com/office/drawing/2014/main" id="{71D5902D-DF04-F2A8-C2F8-EBDD2A897D21}"/>
              </a:ext>
            </a:extLst>
          </p:cNvPr>
          <p:cNvSpPr>
            <a:spLocks noGrp="1"/>
          </p:cNvSpPr>
          <p:nvPr>
            <p:ph type="dt" sz="half" idx="10"/>
          </p:nvPr>
        </p:nvSpPr>
        <p:spPr/>
        <p:txBody>
          <a:bodyPr/>
          <a:lstStyle/>
          <a:p>
            <a:fld id="{2DD88318-BA47-4AD0-805B-25EB53D81BBB}" type="datetime1">
              <a:rPr lang="en-US" smtClean="0"/>
              <a:t>1/11/2026</a:t>
            </a:fld>
            <a:endParaRPr lang="en-US"/>
          </a:p>
        </p:txBody>
      </p:sp>
      <p:sp>
        <p:nvSpPr>
          <p:cNvPr id="9" name="Slide Number Placeholder 8">
            <a:extLst>
              <a:ext uri="{FF2B5EF4-FFF2-40B4-BE49-F238E27FC236}">
                <a16:creationId xmlns:a16="http://schemas.microsoft.com/office/drawing/2014/main" id="{DA4FDDA8-940A-B407-4EB2-85DC9BEDB476}"/>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09501433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6151FC-CD6F-656F-54A8-59B782BEFB30}"/>
              </a:ext>
            </a:extLst>
          </p:cNvPr>
          <p:cNvSpPr>
            <a:spLocks noGrp="1"/>
          </p:cNvSpPr>
          <p:nvPr>
            <p:ph type="title"/>
          </p:nvPr>
        </p:nvSpPr>
        <p:spPr>
          <a:xfrm>
            <a:off x="603504" y="265176"/>
            <a:ext cx="11028923" cy="1325880"/>
          </a:xfrm>
          <a:noFill/>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07D307A-FF1F-38A3-7DE5-F11DC31CA5B8}"/>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1E4C539B-20CB-8D83-0ECC-5F682BD06D6F}"/>
              </a:ext>
            </a:extLst>
          </p:cNvPr>
          <p:cNvSpPr>
            <a:spLocks noGrp="1"/>
          </p:cNvSpPr>
          <p:nvPr>
            <p:ph type="dt" sz="half" idx="10"/>
          </p:nvPr>
        </p:nvSpPr>
        <p:spPr/>
        <p:txBody>
          <a:bodyPr/>
          <a:lstStyle/>
          <a:p>
            <a:fld id="{30AD3F20-2AB6-4A04-8E99-A7FB006776B6}" type="datetime1">
              <a:rPr lang="en-US" smtClean="0"/>
              <a:t>1/11/2026</a:t>
            </a:fld>
            <a:endParaRPr lang="en-US"/>
          </a:p>
        </p:txBody>
      </p:sp>
      <p:sp>
        <p:nvSpPr>
          <p:cNvPr id="5" name="Slide Number Placeholder 4">
            <a:extLst>
              <a:ext uri="{FF2B5EF4-FFF2-40B4-BE49-F238E27FC236}">
                <a16:creationId xmlns:a16="http://schemas.microsoft.com/office/drawing/2014/main" id="{466EB674-912E-381A-49CE-08E49DFF46A7}"/>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06158008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A2FA0B77-3CB1-4071-30F6-B0766D75C10A}"/>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B4A81A7-FC7B-1689-D59F-4173A1763CB9}"/>
              </a:ext>
            </a:extLst>
          </p:cNvPr>
          <p:cNvSpPr>
            <a:spLocks noGrp="1"/>
          </p:cNvSpPr>
          <p:nvPr>
            <p:ph type="dt" sz="half" idx="10"/>
          </p:nvPr>
        </p:nvSpPr>
        <p:spPr/>
        <p:txBody>
          <a:bodyPr/>
          <a:lstStyle/>
          <a:p>
            <a:fld id="{3AEA2087-1351-4A66-BC4B-B8C73F209E6A}" type="datetime1">
              <a:rPr lang="en-US" smtClean="0"/>
              <a:t>1/11/2026</a:t>
            </a:fld>
            <a:endParaRPr lang="en-US"/>
          </a:p>
        </p:txBody>
      </p:sp>
      <p:sp>
        <p:nvSpPr>
          <p:cNvPr id="4" name="Slide Number Placeholder 3">
            <a:extLst>
              <a:ext uri="{FF2B5EF4-FFF2-40B4-BE49-F238E27FC236}">
                <a16:creationId xmlns:a16="http://schemas.microsoft.com/office/drawing/2014/main" id="{5D080D98-2C9A-3434-E8A3-DA6CCD2F5EFE}"/>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357013303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6C3A53-0764-6B81-0CF9-98A31577BE9D}"/>
              </a:ext>
            </a:extLst>
          </p:cNvPr>
          <p:cNvSpPr>
            <a:spLocks noGrp="1"/>
          </p:cNvSpPr>
          <p:nvPr>
            <p:ph type="title"/>
          </p:nvPr>
        </p:nvSpPr>
        <p:spPr>
          <a:xfrm>
            <a:off x="605431" y="932688"/>
            <a:ext cx="4195169" cy="1124712"/>
          </a:xfrm>
          <a:noFill/>
        </p:spPr>
        <p:txBody>
          <a:bodyPr anchor="t">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11FE505A-8E22-72EF-7229-3828AF9454D5}"/>
              </a:ext>
            </a:extLst>
          </p:cNvPr>
          <p:cNvSpPr>
            <a:spLocks noGrp="1"/>
          </p:cNvSpPr>
          <p:nvPr>
            <p:ph type="body" sz="half" idx="2"/>
          </p:nvPr>
        </p:nvSpPr>
        <p:spPr>
          <a:xfrm>
            <a:off x="605431" y="2057400"/>
            <a:ext cx="4195169"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70A4E78B-DAF0-5E30-C9F0-EA1D81066DBC}"/>
              </a:ext>
            </a:extLst>
          </p:cNvPr>
          <p:cNvSpPr>
            <a:spLocks noGrp="1"/>
          </p:cNvSpPr>
          <p:nvPr>
            <p:ph idx="1"/>
          </p:nvPr>
        </p:nvSpPr>
        <p:spPr>
          <a:xfrm>
            <a:off x="5486400" y="903515"/>
            <a:ext cx="6019800" cy="49575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85FB557B-A6AB-0141-61F5-2C6D1D26D589}"/>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A4346670-62CE-41B6-24CD-DB7BF2AECDF4}"/>
              </a:ext>
            </a:extLst>
          </p:cNvPr>
          <p:cNvSpPr>
            <a:spLocks noGrp="1"/>
          </p:cNvSpPr>
          <p:nvPr>
            <p:ph type="dt" sz="half" idx="10"/>
          </p:nvPr>
        </p:nvSpPr>
        <p:spPr/>
        <p:txBody>
          <a:bodyPr/>
          <a:lstStyle/>
          <a:p>
            <a:fld id="{95967112-4E38-4DE6-886D-C6360575EE2E}" type="datetime1">
              <a:rPr lang="en-US" smtClean="0"/>
              <a:t>1/11/2026</a:t>
            </a:fld>
            <a:endParaRPr lang="en-US"/>
          </a:p>
        </p:txBody>
      </p:sp>
      <p:sp>
        <p:nvSpPr>
          <p:cNvPr id="7" name="Slide Number Placeholder 6">
            <a:extLst>
              <a:ext uri="{FF2B5EF4-FFF2-40B4-BE49-F238E27FC236}">
                <a16:creationId xmlns:a16="http://schemas.microsoft.com/office/drawing/2014/main" id="{FB2C964C-100B-6E0E-8C9C-FEDE515F230D}"/>
              </a:ext>
            </a:extLst>
          </p:cNvPr>
          <p:cNvSpPr>
            <a:spLocks noGrp="1"/>
          </p:cNvSpPr>
          <p:nvPr>
            <p:ph type="sldNum" sz="quarter" idx="12"/>
          </p:nvPr>
        </p:nvSpPr>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49400051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852BCA-373C-52F0-00A4-DB648AB6DDCB}"/>
              </a:ext>
            </a:extLst>
          </p:cNvPr>
          <p:cNvSpPr>
            <a:spLocks noGrp="1"/>
          </p:cNvSpPr>
          <p:nvPr>
            <p:ph type="title"/>
          </p:nvPr>
        </p:nvSpPr>
        <p:spPr>
          <a:xfrm>
            <a:off x="605432" y="228599"/>
            <a:ext cx="3658560" cy="1742175"/>
          </a:xfrm>
          <a:noFill/>
        </p:spPr>
        <p:txBody>
          <a:bodyPr anchor="b">
            <a:normAutofit/>
          </a:bodyPr>
          <a:lstStyle>
            <a:lvl1pPr>
              <a:defRPr sz="28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E85DCE8E-6071-4972-B85E-E495AB0FF686}"/>
              </a:ext>
            </a:extLst>
          </p:cNvPr>
          <p:cNvSpPr>
            <a:spLocks noGrp="1"/>
          </p:cNvSpPr>
          <p:nvPr>
            <p:ph type="body" sz="half" idx="2"/>
          </p:nvPr>
        </p:nvSpPr>
        <p:spPr>
          <a:xfrm>
            <a:off x="1371600" y="2337134"/>
            <a:ext cx="2892392" cy="3331342"/>
          </a:xfrm>
        </p:spPr>
        <p:txBody>
          <a:bodyPr anchor="b"/>
          <a:lstStyle>
            <a:lvl1pPr marL="0" indent="0" algn="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FEBAE75E-255D-9B56-3A67-14178C54EB59}"/>
              </a:ext>
            </a:extLst>
          </p:cNvPr>
          <p:cNvSpPr>
            <a:spLocks noGrp="1"/>
          </p:cNvSpPr>
          <p:nvPr>
            <p:ph type="pic" idx="1" hasCustomPrompt="1"/>
          </p:nvPr>
        </p:nvSpPr>
        <p:spPr>
          <a:xfrm>
            <a:off x="4800600" y="685800"/>
            <a:ext cx="6705600" cy="4876801"/>
          </a:xfrm>
          <a:blipFill>
            <a:blip r:embed="rId2">
              <a:alphaModFix amt="70000"/>
            </a:blip>
            <a:stretch>
              <a:fillRect/>
            </a:stretch>
          </a:blipFill>
        </p:spPr>
        <p:txBody>
          <a:bodyPr>
            <a:normAutofit/>
          </a:bodyPr>
          <a:lstStyle>
            <a:lvl1pPr marL="0" indent="0">
              <a:buNone/>
              <a:defRPr sz="1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FB5E2938-E6DE-EB90-C8DE-0D078BDD0A83}"/>
              </a:ext>
            </a:extLst>
          </p:cNvPr>
          <p:cNvSpPr>
            <a:spLocks noGrp="1"/>
          </p:cNvSpPr>
          <p:nvPr>
            <p:ph type="ftr" sz="quarter" idx="11"/>
          </p:nvPr>
        </p:nvSpPr>
        <p:spPr/>
        <p:txBody>
          <a:bodyPr/>
          <a:lstStyle/>
          <a:p>
            <a:r>
              <a:rPr lang="en-US"/>
              <a:t>Sample Footer Text</a:t>
            </a:r>
          </a:p>
        </p:txBody>
      </p:sp>
      <p:sp>
        <p:nvSpPr>
          <p:cNvPr id="5" name="Date Placeholder 4">
            <a:extLst>
              <a:ext uri="{FF2B5EF4-FFF2-40B4-BE49-F238E27FC236}">
                <a16:creationId xmlns:a16="http://schemas.microsoft.com/office/drawing/2014/main" id="{008928D8-1666-BE45-30C8-65C74E2283DC}"/>
              </a:ext>
            </a:extLst>
          </p:cNvPr>
          <p:cNvSpPr>
            <a:spLocks noGrp="1"/>
          </p:cNvSpPr>
          <p:nvPr>
            <p:ph type="dt" sz="half" idx="10"/>
          </p:nvPr>
        </p:nvSpPr>
        <p:spPr>
          <a:xfrm>
            <a:off x="10058400" y="6029868"/>
            <a:ext cx="1182686" cy="365125"/>
          </a:xfrm>
        </p:spPr>
        <p:txBody>
          <a:bodyPr/>
          <a:lstStyle/>
          <a:p>
            <a:fld id="{8493712A-E27F-4D57-B2CA-5B36D6E8A4B0}" type="datetime1">
              <a:rPr lang="en-US" smtClean="0"/>
              <a:t>1/11/2026</a:t>
            </a:fld>
            <a:endParaRPr lang="en-US"/>
          </a:p>
        </p:txBody>
      </p:sp>
      <p:sp>
        <p:nvSpPr>
          <p:cNvPr id="7" name="Slide Number Placeholder 6">
            <a:extLst>
              <a:ext uri="{FF2B5EF4-FFF2-40B4-BE49-F238E27FC236}">
                <a16:creationId xmlns:a16="http://schemas.microsoft.com/office/drawing/2014/main" id="{8D79A9FD-2464-F09D-1603-6DF07EF20752}"/>
              </a:ext>
            </a:extLst>
          </p:cNvPr>
          <p:cNvSpPr>
            <a:spLocks noGrp="1"/>
          </p:cNvSpPr>
          <p:nvPr>
            <p:ph type="sldNum" sz="quarter" idx="12"/>
          </p:nvPr>
        </p:nvSpPr>
        <p:spPr>
          <a:xfrm>
            <a:off x="11237976" y="6029868"/>
            <a:ext cx="429372" cy="365125"/>
          </a:xfrm>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84721828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22766A-BE9C-B780-CC66-44ECFC5C0A47}"/>
              </a:ext>
              <a:ext uri="{C183D7F6-B498-43B3-948B-1728B52AA6E4}">
                <adec:decorative xmlns:adec="http://schemas.microsoft.com/office/drawing/2017/decorative" val="1"/>
              </a:ext>
            </a:extLst>
          </p:cNvPr>
          <p:cNvSpPr/>
          <p:nvPr/>
        </p:nvSpPr>
        <p:spPr>
          <a:xfrm>
            <a:off x="2057400" y="3084659"/>
            <a:ext cx="10133956" cy="3773341"/>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146306" y="182881"/>
            <a:ext cx="8616684" cy="1874520"/>
          </a:xfrm>
          <a:noFill/>
        </p:spPr>
        <p:txBody>
          <a:bodyPr anchor="t">
            <a:normAutofit/>
          </a:bodyPr>
          <a:lstStyle>
            <a:lvl1pPr>
              <a:defRPr sz="9600">
                <a:solidFill>
                  <a:schemeClr val="accent2"/>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9753600" y="617923"/>
            <a:ext cx="1866897" cy="461881"/>
          </a:xfrm>
          <a:noFill/>
        </p:spPr>
        <p:txBody>
          <a:bodyPr anchor="t"/>
          <a:lstStyle>
            <a:lvl1pPr algn="r">
              <a:defRPr sz="900"/>
            </a:lvl1pPr>
          </a:lstStyle>
          <a:p>
            <a:r>
              <a:rPr lang="en-US"/>
              <a:t>Sample Footer Text</a:t>
            </a:r>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2595846" y="3544866"/>
            <a:ext cx="8990722" cy="2446782"/>
          </a:xfrm>
        </p:spPr>
        <p:txBody>
          <a:bodyP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2595846" y="6024816"/>
            <a:ext cx="1809495" cy="365125"/>
          </a:xfrm>
          <a:solidFill>
            <a:schemeClr val="bg2"/>
          </a:solidFill>
        </p:spPr>
        <p:txBody>
          <a:bodyPr/>
          <a:lstStyle>
            <a:lvl1pPr algn="l">
              <a:defRPr/>
            </a:lvl1pPr>
          </a:lstStyle>
          <a:p>
            <a:fld id="{A8EB468F-DE53-43FF-8B87-9F03EBF19C21}"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solidFill>
            <a:schemeClr val="bg2"/>
          </a:solid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143713830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Conclusion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F8073289-DB44-2F27-575B-3B0123960D1D}"/>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072AC4BE-2FD3-AAF4-8A1B-0633F1BEE33B}"/>
              </a:ext>
              <a:ext uri="{C183D7F6-B498-43B3-948B-1728B52AA6E4}">
                <adec:decorative xmlns:adec="http://schemas.microsoft.com/office/drawing/2017/decorative" val="1"/>
              </a:ext>
            </a:extLst>
          </p:cNvPr>
          <p:cNvSpPr/>
          <p:nvPr/>
        </p:nvSpPr>
        <p:spPr>
          <a:xfrm>
            <a:off x="0" y="0"/>
            <a:ext cx="8436077" cy="2057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7652D305-42E1-E86E-632C-9DFD4F747E62}"/>
              </a:ext>
              <a:ext uri="{C183D7F6-B498-43B3-948B-1728B52AA6E4}">
                <adec:decorative xmlns:adec="http://schemas.microsoft.com/office/drawing/2017/decorative" val="1"/>
              </a:ext>
            </a:extLst>
          </p:cNvPr>
          <p:cNvCxnSpPr>
            <a:cxnSpLocks/>
          </p:cNvCxnSpPr>
          <p:nvPr/>
        </p:nvCxnSpPr>
        <p:spPr>
          <a:xfrm>
            <a:off x="685800" y="4564627"/>
            <a:ext cx="5068016"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1917DD-3691-27F7-68C8-EACE32AEAF6A}"/>
              </a:ext>
            </a:extLst>
          </p:cNvPr>
          <p:cNvSpPr>
            <a:spLocks noGrp="1"/>
          </p:cNvSpPr>
          <p:nvPr>
            <p:ph type="title"/>
          </p:nvPr>
        </p:nvSpPr>
        <p:spPr>
          <a:xfrm>
            <a:off x="373625" y="530940"/>
            <a:ext cx="7703576" cy="1308290"/>
          </a:xfrm>
          <a:noFill/>
        </p:spPr>
        <p:txBody>
          <a:bodyPr anchor="t">
            <a:normAutofit/>
          </a:bodyPr>
          <a:lstStyle>
            <a:lvl1pPr>
              <a:defRPr sz="8000">
                <a:solidFill>
                  <a:schemeClr val="accent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DDF1F66-DA3A-1E9E-183A-4FB86FC67F15}"/>
              </a:ext>
            </a:extLst>
          </p:cNvPr>
          <p:cNvSpPr>
            <a:spLocks noGrp="1"/>
          </p:cNvSpPr>
          <p:nvPr>
            <p:ph idx="1"/>
          </p:nvPr>
        </p:nvSpPr>
        <p:spPr>
          <a:xfrm>
            <a:off x="6037005" y="3571531"/>
            <a:ext cx="5009534" cy="1987694"/>
          </a:xfrm>
        </p:spPr>
        <p:txBody>
          <a:bodyPr anchor="ctr">
            <a:normAutofit/>
          </a:bodyPr>
          <a:lstStyle>
            <a:lvl1pPr marL="0" indent="0">
              <a:buClr>
                <a:schemeClr val="tx2"/>
              </a:buClr>
              <a:buFont typeface="Arial" panose="020B0604020202020204" pitchFamily="34" charset="0"/>
              <a:buNone/>
              <a:defRPr sz="1800"/>
            </a:lvl1pPr>
            <a:lvl2pPr marL="457200" indent="0">
              <a:buClr>
                <a:schemeClr val="tx2"/>
              </a:buClr>
              <a:buFont typeface="Arial" panose="020B0604020202020204" pitchFamily="34" charset="0"/>
              <a:buNone/>
              <a:defRPr sz="1600"/>
            </a:lvl2pPr>
            <a:lvl3pPr marL="914400" indent="0">
              <a:buClr>
                <a:schemeClr val="tx2"/>
              </a:buClr>
              <a:buFont typeface="Arial" panose="020B0604020202020204" pitchFamily="34" charset="0"/>
              <a:buNone/>
              <a:defRPr sz="1400"/>
            </a:lvl3pPr>
            <a:lvl4pPr marL="1371600" indent="0">
              <a:buClr>
                <a:schemeClr val="tx2"/>
              </a:buClr>
              <a:buFont typeface="Arial" panose="020B0604020202020204" pitchFamily="34" charset="0"/>
              <a:buNone/>
              <a:defRPr sz="1200"/>
            </a:lvl4pPr>
            <a:lvl5pPr marL="1828800" indent="0">
              <a:buClr>
                <a:schemeClr val="tx2"/>
              </a:buClr>
              <a:buFont typeface="Arial" panose="020B0604020202020204" pitchFamily="34" charse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1D27EA8-C1D8-B105-9F54-16985594DB0A}"/>
              </a:ext>
            </a:extLst>
          </p:cNvPr>
          <p:cNvSpPr>
            <a:spLocks noGrp="1"/>
          </p:cNvSpPr>
          <p:nvPr>
            <p:ph type="ftr" sz="quarter" idx="11"/>
          </p:nvPr>
        </p:nvSpPr>
        <p:spPr>
          <a:xfrm>
            <a:off x="605430" y="6029867"/>
            <a:ext cx="1911096" cy="365126"/>
          </a:xfrm>
          <a:noFill/>
        </p:spPr>
        <p:txBody>
          <a:bodyPr anchor="ctr"/>
          <a:lstStyle>
            <a:lvl1pPr algn="l">
              <a:defRPr sz="900" b="1"/>
            </a:lvl1pPr>
          </a:lstStyle>
          <a:p>
            <a:r>
              <a:rPr lang="en-US"/>
              <a:t>Sample Footer Text</a:t>
            </a:r>
          </a:p>
        </p:txBody>
      </p:sp>
      <p:sp>
        <p:nvSpPr>
          <p:cNvPr id="4" name="Date Placeholder 3">
            <a:extLst>
              <a:ext uri="{FF2B5EF4-FFF2-40B4-BE49-F238E27FC236}">
                <a16:creationId xmlns:a16="http://schemas.microsoft.com/office/drawing/2014/main" id="{4C64A704-5499-D0F7-F550-5994C49F8C26}"/>
              </a:ext>
            </a:extLst>
          </p:cNvPr>
          <p:cNvSpPr>
            <a:spLocks noGrp="1"/>
          </p:cNvSpPr>
          <p:nvPr>
            <p:ph type="dt" sz="half" idx="10"/>
          </p:nvPr>
        </p:nvSpPr>
        <p:spPr>
          <a:xfrm>
            <a:off x="9799320" y="6029867"/>
            <a:ext cx="1441766" cy="365125"/>
          </a:xfrm>
          <a:noFill/>
        </p:spPr>
        <p:txBody>
          <a:bodyPr/>
          <a:lstStyle>
            <a:lvl1pPr algn="r">
              <a:defRPr/>
            </a:lvl1pPr>
          </a:lstStyle>
          <a:p>
            <a:fld id="{77D9A748-B116-46F1-81D5-0BE225FE4EB1}" type="datetime1">
              <a:rPr lang="en-US" smtClean="0"/>
              <a:t>1/11/2026</a:t>
            </a:fld>
            <a:endParaRPr lang="en-US"/>
          </a:p>
        </p:txBody>
      </p:sp>
      <p:sp>
        <p:nvSpPr>
          <p:cNvPr id="6" name="Slide Number Placeholder 5">
            <a:extLst>
              <a:ext uri="{FF2B5EF4-FFF2-40B4-BE49-F238E27FC236}">
                <a16:creationId xmlns:a16="http://schemas.microsoft.com/office/drawing/2014/main" id="{AD2F2DDE-AF7B-917E-704F-1E12AB9BFFCD}"/>
              </a:ext>
            </a:extLst>
          </p:cNvPr>
          <p:cNvSpPr>
            <a:spLocks noGrp="1"/>
          </p:cNvSpPr>
          <p:nvPr>
            <p:ph type="sldNum" sz="quarter" idx="12"/>
          </p:nvPr>
        </p:nvSpPr>
        <p:spPr>
          <a:noFill/>
        </p:spPr>
        <p:txBody>
          <a:bodyPr/>
          <a:lstStyle/>
          <a:p>
            <a:fld id="{27F8DDA4-3B80-4E8A-A8F5-521F73BF9127}" type="slidenum">
              <a:rPr lang="en-US" smtClean="0"/>
              <a:t>‹#›</a:t>
            </a:fld>
            <a:endParaRPr lang="en-US"/>
          </a:p>
        </p:txBody>
      </p:sp>
    </p:spTree>
    <p:extLst>
      <p:ext uri="{BB962C8B-B14F-4D97-AF65-F5344CB8AC3E}">
        <p14:creationId xmlns:p14="http://schemas.microsoft.com/office/powerpoint/2010/main" val="206328790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FBAF5C3-82B6-427E-5D2E-900A2D90AD99}"/>
              </a:ext>
              <a:ext uri="{C183D7F6-B498-43B3-948B-1728B52AA6E4}">
                <adec:decorative xmlns:adec="http://schemas.microsoft.com/office/drawing/2017/decorative" val="1"/>
              </a:ext>
            </a:extLst>
          </p:cNvPr>
          <p:cNvCxnSpPr>
            <a:cxnSpLocks/>
          </p:cNvCxnSpPr>
          <p:nvPr/>
        </p:nvCxnSpPr>
        <p:spPr>
          <a:xfrm flipH="1">
            <a:off x="722427" y="6212437"/>
            <a:ext cx="10808612" cy="0"/>
          </a:xfrm>
          <a:prstGeom prst="line">
            <a:avLst/>
          </a:prstGeom>
          <a:ln w="12700">
            <a:solidFill>
              <a:schemeClr val="tx2">
                <a:alpha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01AA792-727F-F91C-6564-A882FAF11ED4}"/>
              </a:ext>
            </a:extLst>
          </p:cNvPr>
          <p:cNvSpPr>
            <a:spLocks noGrp="1"/>
          </p:cNvSpPr>
          <p:nvPr>
            <p:ph type="title"/>
          </p:nvPr>
        </p:nvSpPr>
        <p:spPr>
          <a:xfrm>
            <a:off x="603504" y="351270"/>
            <a:ext cx="10981137" cy="1239720"/>
          </a:xfrm>
          <a:prstGeom prst="rect">
            <a:avLst/>
          </a:prstGeom>
          <a:solidFill>
            <a:schemeClr val="bg1"/>
          </a:solidFill>
        </p:spPr>
        <p:txBody>
          <a:bodyPr vert="horz" lIns="91440" tIns="45720" rIns="91440" bIns="13716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390A246-77A4-EC4C-28B8-90388BB8E78F}"/>
              </a:ext>
            </a:extLst>
          </p:cNvPr>
          <p:cNvSpPr>
            <a:spLocks noGrp="1"/>
          </p:cNvSpPr>
          <p:nvPr>
            <p:ph type="body" idx="1"/>
          </p:nvPr>
        </p:nvSpPr>
        <p:spPr>
          <a:xfrm>
            <a:off x="605431" y="1745956"/>
            <a:ext cx="10981137" cy="39834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3EF6714-5B6F-439F-4173-D51823712315}"/>
              </a:ext>
            </a:extLst>
          </p:cNvPr>
          <p:cNvSpPr>
            <a:spLocks noGrp="1"/>
          </p:cNvSpPr>
          <p:nvPr>
            <p:ph type="ftr" sz="quarter" idx="3"/>
          </p:nvPr>
        </p:nvSpPr>
        <p:spPr>
          <a:xfrm>
            <a:off x="605430" y="6029868"/>
            <a:ext cx="1911096" cy="365125"/>
          </a:xfrm>
          <a:prstGeom prst="rect">
            <a:avLst/>
          </a:prstGeom>
          <a:solidFill>
            <a:schemeClr val="bg1"/>
          </a:solidFill>
        </p:spPr>
        <p:txBody>
          <a:bodyPr vert="horz" lIns="91440" tIns="45720" rIns="91440" bIns="45720" rtlCol="0" anchor="ctr"/>
          <a:lstStyle>
            <a:lvl1pPr algn="l">
              <a:defRPr sz="900" b="1" cap="all" spc="60" baseline="0">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BF9842E6-B4ED-431B-B1A0-22352BA620AE}"/>
              </a:ext>
            </a:extLst>
          </p:cNvPr>
          <p:cNvSpPr>
            <a:spLocks noGrp="1"/>
          </p:cNvSpPr>
          <p:nvPr>
            <p:ph type="dt" sz="half" idx="2"/>
          </p:nvPr>
        </p:nvSpPr>
        <p:spPr>
          <a:xfrm>
            <a:off x="10058400" y="6029868"/>
            <a:ext cx="1182686"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82B9AEC8-204B-4AD5-8041-BCAF36A74EBE}" type="datetime1">
              <a:rPr lang="en-US" smtClean="0"/>
              <a:t>1/11/2026</a:t>
            </a:fld>
            <a:endParaRPr lang="en-US"/>
          </a:p>
        </p:txBody>
      </p:sp>
      <p:sp>
        <p:nvSpPr>
          <p:cNvPr id="6" name="Slide Number Placeholder 5">
            <a:extLst>
              <a:ext uri="{FF2B5EF4-FFF2-40B4-BE49-F238E27FC236}">
                <a16:creationId xmlns:a16="http://schemas.microsoft.com/office/drawing/2014/main" id="{156743A1-0EE5-84FA-44EE-3CDDB793AAC4}"/>
              </a:ext>
            </a:extLst>
          </p:cNvPr>
          <p:cNvSpPr>
            <a:spLocks noGrp="1"/>
          </p:cNvSpPr>
          <p:nvPr>
            <p:ph type="sldNum" sz="quarter" idx="4"/>
          </p:nvPr>
        </p:nvSpPr>
        <p:spPr>
          <a:xfrm>
            <a:off x="11233434" y="6029868"/>
            <a:ext cx="429372" cy="365125"/>
          </a:xfrm>
          <a:prstGeom prst="rect">
            <a:avLst/>
          </a:prstGeom>
          <a:solidFill>
            <a:schemeClr val="bg1"/>
          </a:solidFill>
        </p:spPr>
        <p:txBody>
          <a:bodyPr vert="horz" lIns="91440" tIns="45720" rIns="91440" bIns="45720" rtlCol="0" anchor="ctr"/>
          <a:lstStyle>
            <a:lvl1pPr algn="r">
              <a:defRPr sz="900" cap="all" baseline="0">
                <a:solidFill>
                  <a:schemeClr val="tx2"/>
                </a:solidFill>
              </a:defRPr>
            </a:lvl1pPr>
          </a:lstStyle>
          <a:p>
            <a:fld id="{27F8DDA4-3B80-4E8A-A8F5-521F73BF9127}" type="slidenum">
              <a:rPr lang="en-US" smtClean="0"/>
              <a:t>‹#›</a:t>
            </a:fld>
            <a:endParaRPr lang="en-US"/>
          </a:p>
        </p:txBody>
      </p:sp>
    </p:spTree>
    <p:extLst>
      <p:ext uri="{BB962C8B-B14F-4D97-AF65-F5344CB8AC3E}">
        <p14:creationId xmlns:p14="http://schemas.microsoft.com/office/powerpoint/2010/main" val="137699242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Lst>
  <p:hf hdr="0"/>
  <p:txStyles>
    <p:titleStyle>
      <a:lvl1pPr marL="0" algn="l" defTabSz="914400" rtl="0" eaLnBrk="1" latinLnBrk="0" hangingPunct="1">
        <a:lnSpc>
          <a:spcPct val="100000"/>
        </a:lnSpc>
        <a:spcBef>
          <a:spcPct val="0"/>
        </a:spcBef>
        <a:spcAft>
          <a:spcPts val="0"/>
        </a:spcAft>
        <a:buNone/>
        <a:defRPr sz="2800" kern="1200" cap="all" baseline="0">
          <a:solidFill>
            <a:schemeClr val="accent5"/>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864">
          <p15:clr>
            <a:srgbClr val="F26B43"/>
          </p15:clr>
        </p15:guide>
        <p15:guide id="3" pos="432">
          <p15:clr>
            <a:srgbClr val="F26B43"/>
          </p15:clr>
        </p15:guide>
        <p15:guide id="4" orient="horz" pos="3912">
          <p15:clr>
            <a:srgbClr val="F26B43"/>
          </p15:clr>
        </p15:guide>
        <p15:guide id="5" orient="horz" pos="3504">
          <p15:clr>
            <a:srgbClr val="F26B43"/>
          </p15:clr>
        </p15:guide>
        <p15:guide id="6" orient="horz" pos="3024">
          <p15:clr>
            <a:srgbClr val="F26B43"/>
          </p15:clr>
        </p15:guide>
        <p15:guide id="7" orient="horz" pos="2592">
          <p15:clr>
            <a:srgbClr val="F26B43"/>
          </p15:clr>
        </p15:guide>
        <p15:guide id="8" orient="horz" pos="1728">
          <p15:clr>
            <a:srgbClr val="F26B43"/>
          </p15:clr>
        </p15:guide>
        <p15:guide id="9" orient="horz" pos="1296">
          <p15:clr>
            <a:srgbClr val="F26B43"/>
          </p15:clr>
        </p15:guide>
        <p15:guide id="10" orient="horz" pos="864">
          <p15:clr>
            <a:srgbClr val="F26B43"/>
          </p15:clr>
        </p15:guide>
        <p15:guide id="11" orient="horz" pos="432">
          <p15:clr>
            <a:srgbClr val="F26B43"/>
          </p15:clr>
        </p15:guide>
        <p15:guide id="12" pos="1296">
          <p15:clr>
            <a:srgbClr val="F26B43"/>
          </p15:clr>
        </p15:guide>
        <p15:guide id="13" pos="1728">
          <p15:clr>
            <a:srgbClr val="F26B43"/>
          </p15:clr>
        </p15:guide>
        <p15:guide id="18" pos="2160">
          <p15:clr>
            <a:srgbClr val="F26B43"/>
          </p15:clr>
        </p15:guide>
        <p15:guide id="20" pos="5520">
          <p15:clr>
            <a:srgbClr val="F26B43"/>
          </p15:clr>
        </p15:guide>
        <p15:guide id="21" pos="5952">
          <p15:clr>
            <a:srgbClr val="F26B43"/>
          </p15:clr>
        </p15:guide>
        <p15:guide id="22" pos="6384">
          <p15:clr>
            <a:srgbClr val="F26B43"/>
          </p15:clr>
        </p15:guide>
        <p15:guide id="24" pos="6816">
          <p15:clr>
            <a:srgbClr val="F26B43"/>
          </p15:clr>
        </p15:guide>
        <p15:guide id="25" pos="7248">
          <p15:clr>
            <a:srgbClr val="F26B43"/>
          </p15:clr>
        </p15:guide>
        <p15:guide id="26" pos="5088">
          <p15:clr>
            <a:srgbClr val="F26B43"/>
          </p15:clr>
        </p15:guide>
        <p15:guide id="27" pos="4656">
          <p15:clr>
            <a:srgbClr val="F26B43"/>
          </p15:clr>
        </p15:guide>
        <p15:guide id="28" pos="4224">
          <p15:clr>
            <a:srgbClr val="F26B43"/>
          </p15:clr>
        </p15:guide>
        <p15:guide id="29" pos="2592">
          <p15:clr>
            <a:srgbClr val="F26B43"/>
          </p15:clr>
        </p15:guide>
        <p15:guide id="30" pos="3024">
          <p15:clr>
            <a:srgbClr val="F26B43"/>
          </p15:clr>
        </p15:guide>
        <p15:guide id="31" pos="3456">
          <p15:clr>
            <a:srgbClr val="F26B43"/>
          </p15:clr>
        </p15:guide>
        <p15:guide id="32" orient="horz" pos="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Online shopping on smartphone.">
            <a:extLst>
              <a:ext uri="{FF2B5EF4-FFF2-40B4-BE49-F238E27FC236}">
                <a16:creationId xmlns:a16="http://schemas.microsoft.com/office/drawing/2014/main" id="{BBAE4128-26AB-49D9-9ED2-B2D0763C74E8}"/>
              </a:ext>
            </a:extLst>
          </p:cNvPr>
          <p:cNvPicPr>
            <a:picLocks noChangeAspect="1"/>
          </p:cNvPicPr>
          <p:nvPr/>
        </p:nvPicPr>
        <p:blipFill>
          <a:blip r:embed="rId3"/>
          <a:srcRect l="14647" r="3758" b="-2"/>
          <a:stretch>
            <a:fillRect/>
          </a:stretch>
        </p:blipFill>
        <p:spPr>
          <a:xfrm>
            <a:off x="-791" y="1371600"/>
            <a:ext cx="6706392" cy="5486400"/>
          </a:xfrm>
          <a:prstGeom prst="rect">
            <a:avLst/>
          </a:prstGeom>
        </p:spPr>
      </p:pic>
      <p:sp>
        <p:nvSpPr>
          <p:cNvPr id="2" name="Title 1">
            <a:extLst>
              <a:ext uri="{FF2B5EF4-FFF2-40B4-BE49-F238E27FC236}">
                <a16:creationId xmlns:a16="http://schemas.microsoft.com/office/drawing/2014/main" id="{7539E506-D536-B9C8-B28A-EB3CE9009750}"/>
              </a:ext>
            </a:extLst>
          </p:cNvPr>
          <p:cNvSpPr>
            <a:spLocks noGrp="1"/>
          </p:cNvSpPr>
          <p:nvPr>
            <p:ph type="ctrTitle"/>
          </p:nvPr>
        </p:nvSpPr>
        <p:spPr>
          <a:xfrm>
            <a:off x="4133850" y="685799"/>
            <a:ext cx="6373670" cy="2743201"/>
          </a:xfrm>
        </p:spPr>
        <p:txBody>
          <a:bodyPr anchor="b">
            <a:normAutofit/>
          </a:bodyPr>
          <a:lstStyle/>
          <a:p>
            <a:r>
              <a:rPr lang="en-US" sz="4800"/>
              <a:t>SWOT Analysis &amp; Design Change Report for Mobile E‑commerce Interface</a:t>
            </a:r>
          </a:p>
        </p:txBody>
      </p:sp>
      <p:sp>
        <p:nvSpPr>
          <p:cNvPr id="3" name="Subtitle 2">
            <a:extLst>
              <a:ext uri="{FF2B5EF4-FFF2-40B4-BE49-F238E27FC236}">
                <a16:creationId xmlns:a16="http://schemas.microsoft.com/office/drawing/2014/main" id="{2DD05D2B-AE99-15CA-B9AE-DE1E47949CA3}"/>
              </a:ext>
            </a:extLst>
          </p:cNvPr>
          <p:cNvSpPr>
            <a:spLocks noGrp="1"/>
          </p:cNvSpPr>
          <p:nvPr>
            <p:ph type="subTitle" idx="1"/>
          </p:nvPr>
        </p:nvSpPr>
        <p:spPr>
          <a:xfrm>
            <a:off x="7500457" y="5570290"/>
            <a:ext cx="4114799" cy="699518"/>
          </a:xfrm>
        </p:spPr>
        <p:txBody>
          <a:bodyPr anchor="b">
            <a:normAutofit fontScale="40000" lnSpcReduction="20000"/>
          </a:bodyPr>
          <a:lstStyle/>
          <a:p>
            <a:r>
              <a:rPr lang="en-US" dirty="0"/>
              <a:t>Evaluating key factors shaping mobile shopping experience</a:t>
            </a:r>
          </a:p>
          <a:p>
            <a:r>
              <a:rPr lang="en-US" dirty="0"/>
              <a:t>BY: Joshua Zimmerman-Gibson</a:t>
            </a:r>
          </a:p>
          <a:p>
            <a:r>
              <a:rPr lang="en-US" dirty="0"/>
              <a:t>1/11/2026</a:t>
            </a:r>
          </a:p>
        </p:txBody>
      </p:sp>
      <p:sp>
        <p:nvSpPr>
          <p:cNvPr id="6" name="Slide Number Placeholder 5">
            <a:extLst>
              <a:ext uri="{FF2B5EF4-FFF2-40B4-BE49-F238E27FC236}">
                <a16:creationId xmlns:a16="http://schemas.microsoft.com/office/drawing/2014/main" id="{E47A909F-85B8-A6D1-0601-E40FD4C0C4AC}"/>
              </a:ext>
            </a:extLst>
          </p:cNvPr>
          <p:cNvSpPr>
            <a:spLocks noGrp="1"/>
          </p:cNvSpPr>
          <p:nvPr>
            <p:ph type="sldNum" sz="quarter" idx="14"/>
          </p:nvPr>
        </p:nvSpPr>
        <p:spPr>
          <a:xfrm>
            <a:off x="145716" y="508084"/>
            <a:ext cx="429372" cy="365125"/>
          </a:xfrm>
        </p:spPr>
        <p:txBody>
          <a:bodyPr anchor="ctr">
            <a:normAutofit/>
          </a:bodyPr>
          <a:lstStyle/>
          <a:p>
            <a:pPr>
              <a:spcAft>
                <a:spcPts val="600"/>
              </a:spcAft>
            </a:pPr>
            <a:fld id="{27F8DDA4-3B80-4E8A-A8F5-521F73BF9127}" type="slidenum">
              <a:rPr lang="en-US" smtClean="0"/>
              <a:pPr>
                <a:spcAft>
                  <a:spcPts val="600"/>
                </a:spcAft>
              </a:pPr>
              <a:t>1</a:t>
            </a:fld>
            <a:endParaRPr lang="en-US"/>
          </a:p>
        </p:txBody>
      </p:sp>
      <p:sp>
        <p:nvSpPr>
          <p:cNvPr id="5" name="Date Placeholder 4">
            <a:extLst>
              <a:ext uri="{FF2B5EF4-FFF2-40B4-BE49-F238E27FC236}">
                <a16:creationId xmlns:a16="http://schemas.microsoft.com/office/drawing/2014/main" id="{D36DE9DB-2461-1DEA-DF62-A5573F83760A}"/>
              </a:ext>
            </a:extLst>
          </p:cNvPr>
          <p:cNvSpPr>
            <a:spLocks noGrp="1"/>
          </p:cNvSpPr>
          <p:nvPr>
            <p:ph type="dt" sz="half" idx="10"/>
          </p:nvPr>
        </p:nvSpPr>
        <p:spPr>
          <a:xfrm>
            <a:off x="603663" y="508084"/>
            <a:ext cx="1203320" cy="365125"/>
          </a:xfrm>
        </p:spPr>
        <p:txBody>
          <a:bodyPr anchor="ctr">
            <a:normAutofit/>
          </a:bodyPr>
          <a:lstStyle/>
          <a:p>
            <a:pPr>
              <a:spcAft>
                <a:spcPts val="600"/>
              </a:spcAft>
            </a:pPr>
            <a:fld id="{06866CBB-6F1F-436D-A8C6-FABC4CF2B536}" type="datetime1">
              <a:rPr lang="en-US" smtClean="0"/>
              <a:pPr>
                <a:spcAft>
                  <a:spcPts val="600"/>
                </a:spcAft>
              </a:pPr>
              <a:t>1/11/2026</a:t>
            </a:fld>
            <a:endParaRPr lang="en-US"/>
          </a:p>
        </p:txBody>
      </p:sp>
    </p:spTree>
    <p:extLst>
      <p:ext uri="{BB962C8B-B14F-4D97-AF65-F5344CB8AC3E}">
        <p14:creationId xmlns:p14="http://schemas.microsoft.com/office/powerpoint/2010/main" val="345651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2000"/>
                                  </p:stCondLst>
                                  <p:iterate type="lt">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4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2000"/>
                                  </p:stCondLst>
                                  <p:iterate type="lt">
                                    <p:tmPct val="10000"/>
                                  </p:iterate>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400"/>
                                        <p:tgtEl>
                                          <p:spTgt spid="3">
                                            <p:txEl>
                                              <p:pRg st="2" end="2"/>
                                            </p:txEl>
                                          </p:spTgt>
                                        </p:tgtEl>
                                      </p:cBhvr>
                                    </p:animEffect>
                                  </p:childTnLst>
                                </p:cTn>
                              </p:par>
                              <p:par>
                                <p:cTn id="21" presetID="10" presetClass="entr" presetSubtype="0" fill="hold" grpId="1" nodeType="withEffect">
                                  <p:stCondLst>
                                    <p:cond delay="250"/>
                                  </p:stCondLst>
                                  <p:iterate type="lt">
                                    <p:tmPct val="10000"/>
                                  </p:iterate>
                                  <p:childTnLst>
                                    <p:set>
                                      <p:cBhvr>
                                        <p:cTn id="22" dur="1" fill="hold">
                                          <p:stCondLst>
                                            <p:cond delay="0"/>
                                          </p:stCondLst>
                                        </p:cTn>
                                        <p:tgtEl>
                                          <p:spTgt spid="3"/>
                                        </p:tgtEl>
                                        <p:attrNameLst>
                                          <p:attrName>style.visibility</p:attrName>
                                        </p:attrNameLst>
                                      </p:cBhvr>
                                      <p:to>
                                        <p:strVal val="visible"/>
                                      </p:to>
                                    </p:set>
                                    <p:animEffect transition="in" filter="fade">
                                      <p:cBhvr>
                                        <p:cTn id="2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Pen placed on top of a signature line">
            <a:extLst>
              <a:ext uri="{FF2B5EF4-FFF2-40B4-BE49-F238E27FC236}">
                <a16:creationId xmlns:a16="http://schemas.microsoft.com/office/drawing/2014/main" id="{C40A0752-3B61-62D3-9034-B132DC8C37C2}"/>
              </a:ext>
            </a:extLst>
          </p:cNvPr>
          <p:cNvPicPr>
            <a:picLocks noChangeAspect="1"/>
          </p:cNvPicPr>
          <p:nvPr/>
        </p:nvPicPr>
        <p:blipFill>
          <a:blip r:embed="rId3"/>
          <a:srcRect b="15730"/>
          <a:stretch>
            <a:fillRect/>
          </a:stretch>
        </p:blipFill>
        <p:spPr>
          <a:xfrm>
            <a:off x="20" y="1"/>
            <a:ext cx="12191980" cy="6858000"/>
          </a:xfrm>
          <a:custGeom>
            <a:avLst/>
            <a:gdLst>
              <a:gd name="connsiteX0" fmla="*/ 480060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5562599 h 6858000"/>
              <a:gd name="connsiteX5" fmla="*/ 4800600 w 12192000"/>
              <a:gd name="connsiteY5" fmla="*/ 55625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4800600" y="0"/>
                </a:moveTo>
                <a:lnTo>
                  <a:pt x="12192000" y="0"/>
                </a:lnTo>
                <a:lnTo>
                  <a:pt x="12192000" y="6858000"/>
                </a:lnTo>
                <a:lnTo>
                  <a:pt x="0" y="6858000"/>
                </a:lnTo>
                <a:lnTo>
                  <a:pt x="0" y="5562599"/>
                </a:lnTo>
                <a:lnTo>
                  <a:pt x="4800600" y="5562599"/>
                </a:lnTo>
                <a:close/>
              </a:path>
            </a:pathLst>
          </a:custGeom>
          <a:noFill/>
        </p:spPr>
      </p:pic>
      <p:sp>
        <p:nvSpPr>
          <p:cNvPr id="2" name="Title 1">
            <a:extLst>
              <a:ext uri="{FF2B5EF4-FFF2-40B4-BE49-F238E27FC236}">
                <a16:creationId xmlns:a16="http://schemas.microsoft.com/office/drawing/2014/main" id="{CE08026F-2695-7471-69C9-4532A92DAE8B}"/>
              </a:ext>
            </a:extLst>
          </p:cNvPr>
          <p:cNvSpPr>
            <a:spLocks noGrp="1"/>
          </p:cNvSpPr>
          <p:nvPr>
            <p:ph type="title"/>
          </p:nvPr>
        </p:nvSpPr>
        <p:spPr>
          <a:xfrm>
            <a:off x="603504" y="1001376"/>
            <a:ext cx="3601122" cy="1362458"/>
          </a:xfrm>
        </p:spPr>
        <p:txBody>
          <a:bodyPr anchor="b">
            <a:normAutofit/>
          </a:bodyPr>
          <a:lstStyle/>
          <a:p>
            <a:r>
              <a:rPr lang="en-US"/>
              <a:t>Introduction &amp; Executive Summary</a:t>
            </a:r>
          </a:p>
        </p:txBody>
      </p:sp>
      <p:sp>
        <p:nvSpPr>
          <p:cNvPr id="5" name="Date Placeholder 4">
            <a:extLst>
              <a:ext uri="{FF2B5EF4-FFF2-40B4-BE49-F238E27FC236}">
                <a16:creationId xmlns:a16="http://schemas.microsoft.com/office/drawing/2014/main" id="{0F05392B-7ACC-CEED-1EC2-091D16B50D1B}"/>
              </a:ext>
            </a:extLst>
          </p:cNvPr>
          <p:cNvSpPr>
            <a:spLocks noGrp="1"/>
          </p:cNvSpPr>
          <p:nvPr>
            <p:ph type="dt" sz="half" idx="10"/>
          </p:nvPr>
        </p:nvSpPr>
        <p:spPr>
          <a:xfrm>
            <a:off x="603504" y="4800600"/>
            <a:ext cx="1256738" cy="365125"/>
          </a:xfrm>
        </p:spPr>
        <p:txBody>
          <a:bodyPr anchor="ctr">
            <a:normAutofit/>
          </a:bodyPr>
          <a:lstStyle/>
          <a:p>
            <a:pPr>
              <a:spcAft>
                <a:spcPts val="600"/>
              </a:spcAft>
            </a:pPr>
            <a:fld id="{06866CBB-6F1F-436D-A8C6-FABC4CF2B536}"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A321DB46-287A-6F83-B108-376F894E03D2}"/>
              </a:ext>
            </a:extLst>
          </p:cNvPr>
          <p:cNvSpPr>
            <a:spLocks noGrp="1"/>
          </p:cNvSpPr>
          <p:nvPr>
            <p:ph type="sldNum" sz="quarter" idx="12"/>
          </p:nvPr>
        </p:nvSpPr>
        <p:spPr>
          <a:xfrm>
            <a:off x="3947641" y="4800600"/>
            <a:ext cx="429372" cy="365125"/>
          </a:xfrm>
        </p:spPr>
        <p:txBody>
          <a:bodyPr anchor="ctr">
            <a:normAutofit/>
          </a:bodyPr>
          <a:lstStyle/>
          <a:p>
            <a:pPr>
              <a:spcAft>
                <a:spcPts val="600"/>
              </a:spcAft>
            </a:pPr>
            <a:fld id="{27F8DDA4-3B80-4E8A-A8F5-521F73BF9127}" type="slidenum">
              <a:rPr lang="en-US" smtClean="0"/>
              <a:pPr>
                <a:spcAft>
                  <a:spcPts val="600"/>
                </a:spcAft>
              </a:pPr>
              <a:t>2</a:t>
            </a:fld>
            <a:endParaRPr lang="en-US"/>
          </a:p>
        </p:txBody>
      </p:sp>
    </p:spTree>
    <p:extLst>
      <p:ext uri="{BB962C8B-B14F-4D97-AF65-F5344CB8AC3E}">
        <p14:creationId xmlns:p14="http://schemas.microsoft.com/office/powerpoint/2010/main" val="34999471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dvertising Survey">
            <a:extLst>
              <a:ext uri="{FF2B5EF4-FFF2-40B4-BE49-F238E27FC236}">
                <a16:creationId xmlns:a16="http://schemas.microsoft.com/office/drawing/2014/main" id="{2288F8A8-AF3C-4B6E-BE58-EA87B074AEC5}"/>
              </a:ext>
            </a:extLst>
          </p:cNvPr>
          <p:cNvPicPr>
            <a:picLocks noGrp="1" noChangeAspect="1"/>
          </p:cNvPicPr>
          <p:nvPr>
            <p:ph type="pic" sz="quarter" idx="13"/>
          </p:nvPr>
        </p:nvPicPr>
        <p:blipFill>
          <a:blip r:embed="rId3"/>
          <a:srcRect l="32872" r="30415" b="-1"/>
          <a:stretch>
            <a:fillRect/>
          </a:stretch>
        </p:blipFill>
        <p:spPr>
          <a:xfrm>
            <a:off x="20" y="10"/>
            <a:ext cx="3771880" cy="6857990"/>
          </a:xfrm>
          <a:noFill/>
        </p:spPr>
      </p:pic>
      <p:sp>
        <p:nvSpPr>
          <p:cNvPr id="2" name="Title 1">
            <a:extLst>
              <a:ext uri="{FF2B5EF4-FFF2-40B4-BE49-F238E27FC236}">
                <a16:creationId xmlns:a16="http://schemas.microsoft.com/office/drawing/2014/main" id="{A238EBC4-F4EC-7D30-4F2B-CC7552673DC9}"/>
              </a:ext>
            </a:extLst>
          </p:cNvPr>
          <p:cNvSpPr>
            <a:spLocks noGrp="1"/>
          </p:cNvSpPr>
          <p:nvPr>
            <p:ph type="title"/>
          </p:nvPr>
        </p:nvSpPr>
        <p:spPr>
          <a:xfrm>
            <a:off x="3124200" y="0"/>
            <a:ext cx="7391400" cy="1207008"/>
          </a:xfrm>
        </p:spPr>
        <p:txBody>
          <a:bodyPr anchor="b">
            <a:normAutofit/>
          </a:bodyPr>
          <a:lstStyle/>
          <a:p>
            <a:r>
              <a:rPr lang="en-US"/>
              <a:t>Purpose and Context</a:t>
            </a:r>
          </a:p>
        </p:txBody>
      </p:sp>
      <p:sp>
        <p:nvSpPr>
          <p:cNvPr id="4" name="Content Placeholder 3">
            <a:extLst>
              <a:ext uri="{FF2B5EF4-FFF2-40B4-BE49-F238E27FC236}">
                <a16:creationId xmlns:a16="http://schemas.microsoft.com/office/drawing/2014/main" id="{547CC68C-9CA8-22A6-965A-120427BBFCC5}"/>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358608" y="1367622"/>
            <a:ext cx="7171976" cy="4477552"/>
          </a:xfrm>
        </p:spPr>
        <p:txBody>
          <a:bodyPr>
            <a:normAutofit/>
          </a:bodyPr>
          <a:lstStyle/>
          <a:p>
            <a:pPr marL="0" indent="0">
              <a:spcBef>
                <a:spcPts val="2500"/>
              </a:spcBef>
              <a:buFont typeface="Arial" panose="020B0604020202020204" pitchFamily="34" charset="0"/>
              <a:buNone/>
            </a:pPr>
            <a:r>
              <a:rPr lang="en-US" b="1"/>
              <a:t>Research Focus Areas</a:t>
            </a:r>
          </a:p>
          <a:p>
            <a:pPr marL="0" lvl="1" indent="0">
              <a:buFont typeface="Arial" panose="020B0604020202020204" pitchFamily="34" charset="0"/>
              <a:buNone/>
            </a:pPr>
            <a:r>
              <a:t>User research targeted sign-up, checkout, and payment screens to identify usability issues impacting conversion rates.</a:t>
            </a:r>
            <a:endParaRPr lang="en-US"/>
          </a:p>
          <a:p>
            <a:pPr marL="0" indent="0">
              <a:spcBef>
                <a:spcPts val="2500"/>
              </a:spcBef>
              <a:buFont typeface="Arial" panose="020B0604020202020204" pitchFamily="34" charset="0"/>
              <a:buNone/>
            </a:pPr>
            <a:r>
              <a:rPr lang="en-US" b="1"/>
              <a:t>SWOT Framework Purpose</a:t>
            </a:r>
          </a:p>
          <a:p>
            <a:pPr marL="0" lvl="1" indent="0">
              <a:buFont typeface="Arial" panose="020B0604020202020204" pitchFamily="34" charset="0"/>
              <a:buNone/>
            </a:pPr>
            <a:r>
              <a:t>SWOT analysis distinguishes internal strengths and weaknesses from external opportunities and threats for strategic improvements.</a:t>
            </a:r>
            <a:endParaRPr lang="en-US"/>
          </a:p>
          <a:p>
            <a:pPr marL="0" indent="0">
              <a:spcBef>
                <a:spcPts val="2500"/>
              </a:spcBef>
              <a:buFont typeface="Arial" panose="020B0604020202020204" pitchFamily="34" charset="0"/>
              <a:buNone/>
            </a:pPr>
            <a:r>
              <a:rPr lang="en-US" b="1"/>
              <a:t>Addressing Usability &amp; Compliance</a:t>
            </a:r>
          </a:p>
          <a:p>
            <a:pPr marL="0" lvl="1" indent="0">
              <a:buFont typeface="Arial" panose="020B0604020202020204" pitchFamily="34" charset="0"/>
              <a:buNone/>
            </a:pPr>
            <a:r>
              <a:t>Improving user experience involves reducing cart abandonment and ensuring compliance with standards like PCI DSS.</a:t>
            </a:r>
            <a:endParaRPr lang="en-US"/>
          </a:p>
          <a:p>
            <a:pPr marL="0" indent="0">
              <a:spcBef>
                <a:spcPts val="2500"/>
              </a:spcBef>
              <a:buFont typeface="Arial" panose="020B0604020202020204" pitchFamily="34" charset="0"/>
              <a:buNone/>
            </a:pPr>
            <a:r>
              <a:rPr lang="en-US" b="1"/>
              <a:t>Presentation Roadmap</a:t>
            </a:r>
          </a:p>
          <a:p>
            <a:pPr marL="0" lvl="1" indent="0">
              <a:buFont typeface="Arial" panose="020B0604020202020204" pitchFamily="34" charset="0"/>
              <a:buNone/>
            </a:pPr>
            <a:r>
              <a:t>The deck includes SWOT matrix, detailed assessments, design changes, and an implementation roadmap with KPIs.</a:t>
            </a:r>
            <a:endParaRPr lang="en-US"/>
          </a:p>
        </p:txBody>
      </p:sp>
      <p:sp>
        <p:nvSpPr>
          <p:cNvPr id="6" name="Date Placeholder 5">
            <a:extLst>
              <a:ext uri="{FF2B5EF4-FFF2-40B4-BE49-F238E27FC236}">
                <a16:creationId xmlns:a16="http://schemas.microsoft.com/office/drawing/2014/main" id="{4159AE7C-2EDE-40ED-E6D6-640328654C28}"/>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81494F41-9534-4F64-6236-4C28F6EF26C5}"/>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3</a:t>
            </a:fld>
            <a:endParaRPr lang="en-US"/>
          </a:p>
        </p:txBody>
      </p:sp>
    </p:spTree>
    <p:extLst>
      <p:ext uri="{BB962C8B-B14F-4D97-AF65-F5344CB8AC3E}">
        <p14:creationId xmlns:p14="http://schemas.microsoft.com/office/powerpoint/2010/main" val="17183710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A07CF-B2DE-A630-1DDA-7CBA659173DE}"/>
              </a:ext>
            </a:extLst>
          </p:cNvPr>
          <p:cNvSpPr>
            <a:spLocks noGrp="1"/>
          </p:cNvSpPr>
          <p:nvPr>
            <p:ph type="title"/>
          </p:nvPr>
        </p:nvSpPr>
        <p:spPr>
          <a:xfrm>
            <a:off x="128016" y="365760"/>
            <a:ext cx="11534790" cy="5525653"/>
          </a:xfrm>
        </p:spPr>
        <p:txBody>
          <a:bodyPr anchor="t">
            <a:normAutofit/>
          </a:bodyPr>
          <a:lstStyle/>
          <a:p>
            <a:r>
              <a:rPr lang="en-US"/>
              <a:t>SWOT Matrix Overview</a:t>
            </a:r>
          </a:p>
        </p:txBody>
      </p:sp>
      <p:sp>
        <p:nvSpPr>
          <p:cNvPr id="5" name="Date Placeholder 4">
            <a:extLst>
              <a:ext uri="{FF2B5EF4-FFF2-40B4-BE49-F238E27FC236}">
                <a16:creationId xmlns:a16="http://schemas.microsoft.com/office/drawing/2014/main" id="{11AD2ED4-835A-B9E6-8DA8-47E5A0502D51}"/>
              </a:ext>
            </a:extLst>
          </p:cNvPr>
          <p:cNvSpPr>
            <a:spLocks noGrp="1"/>
          </p:cNvSpPr>
          <p:nvPr>
            <p:ph type="dt" sz="half" idx="10"/>
          </p:nvPr>
        </p:nvSpPr>
        <p:spPr>
          <a:xfrm>
            <a:off x="10058400" y="6029868"/>
            <a:ext cx="1182686" cy="365125"/>
          </a:xfrm>
        </p:spPr>
        <p:txBody>
          <a:bodyPr anchor="ctr">
            <a:normAutofit/>
          </a:bodyPr>
          <a:lstStyle/>
          <a:p>
            <a:pPr>
              <a:spcAft>
                <a:spcPts val="600"/>
              </a:spcAft>
            </a:pPr>
            <a:fld id="{06866CBB-6F1F-436D-A8C6-FABC4CF2B536}"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D4F48D57-4B63-AF75-00D2-F134D2FB97A9}"/>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4</a:t>
            </a:fld>
            <a:endParaRPr lang="en-US"/>
          </a:p>
        </p:txBody>
      </p:sp>
    </p:spTree>
    <p:extLst>
      <p:ext uri="{BB962C8B-B14F-4D97-AF65-F5344CB8AC3E}">
        <p14:creationId xmlns:p14="http://schemas.microsoft.com/office/powerpoint/2010/main" val="5384558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heck Mark Concept">
            <a:extLst>
              <a:ext uri="{FF2B5EF4-FFF2-40B4-BE49-F238E27FC236}">
                <a16:creationId xmlns:a16="http://schemas.microsoft.com/office/drawing/2014/main" id="{9BDDD597-E71F-4024-BC95-A621C79EC8CF}"/>
              </a:ext>
            </a:extLst>
          </p:cNvPr>
          <p:cNvPicPr>
            <a:picLocks noGrp="1" noChangeAspect="1"/>
          </p:cNvPicPr>
          <p:nvPr>
            <p:ph type="pic" sz="quarter" idx="13"/>
          </p:nvPr>
        </p:nvPicPr>
        <p:blipFill>
          <a:blip r:embed="rId3"/>
          <a:stretch/>
        </p:blipFill>
        <p:spPr>
          <a:xfrm>
            <a:off x="0" y="610962"/>
            <a:ext cx="4800600" cy="3600450"/>
          </a:xfrm>
        </p:spPr>
      </p:pic>
      <p:sp>
        <p:nvSpPr>
          <p:cNvPr id="2" name="Title 1">
            <a:extLst>
              <a:ext uri="{FF2B5EF4-FFF2-40B4-BE49-F238E27FC236}">
                <a16:creationId xmlns:a16="http://schemas.microsoft.com/office/drawing/2014/main" id="{17F031EC-43B8-7F48-6B45-0A20AC908B84}"/>
              </a:ext>
            </a:extLst>
          </p:cNvPr>
          <p:cNvSpPr>
            <a:spLocks noGrp="1"/>
          </p:cNvSpPr>
          <p:nvPr>
            <p:ph type="title"/>
          </p:nvPr>
        </p:nvSpPr>
        <p:spPr>
          <a:xfrm>
            <a:off x="1002085" y="4374100"/>
            <a:ext cx="3897905" cy="1380814"/>
          </a:xfrm>
        </p:spPr>
        <p:txBody>
          <a:bodyPr anchor="t">
            <a:normAutofit/>
          </a:bodyPr>
          <a:lstStyle/>
          <a:p>
            <a:r>
              <a:rPr lang="en-US"/>
              <a:t>SWOT Summary Table</a:t>
            </a:r>
          </a:p>
        </p:txBody>
      </p:sp>
      <p:sp>
        <p:nvSpPr>
          <p:cNvPr id="4" name="Content Placeholder 3">
            <a:extLst>
              <a:ext uri="{FF2B5EF4-FFF2-40B4-BE49-F238E27FC236}">
                <a16:creationId xmlns:a16="http://schemas.microsoft.com/office/drawing/2014/main" id="{57F6D548-18D7-B276-68BB-022082E6AEF0}"/>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Strengths Overview</a:t>
            </a:r>
          </a:p>
          <a:p>
            <a:pPr marL="0" lvl="1" indent="0">
              <a:buFont typeface="Arial" panose="020B0604020202020204" pitchFamily="34" charset="0"/>
              <a:buNone/>
            </a:pPr>
            <a:r>
              <a:t>User interface is clean and uncluttered with clear visual hierarchy and visible cart totals. Social sign-in options and consistent CTAs improve usability.</a:t>
            </a:r>
            <a:endParaRPr lang="en-US"/>
          </a:p>
          <a:p>
            <a:pPr marL="0" indent="0">
              <a:spcBef>
                <a:spcPts val="2500"/>
              </a:spcBef>
              <a:buFont typeface="Arial" panose="020B0604020202020204" pitchFamily="34" charset="0"/>
              <a:buNone/>
            </a:pPr>
            <a:r>
              <a:rPr lang="en-US" b="1"/>
              <a:t>Weaknesses Identified</a:t>
            </a:r>
          </a:p>
          <a:p>
            <a:pPr marL="0" lvl="1" indent="0">
              <a:buFont typeface="Arial" panose="020B0604020202020204" pitchFamily="34" charset="0"/>
              <a:buNone/>
            </a:pPr>
            <a:r>
              <a:t>Password rules are hidden and CTA wording causes anxiety. Trust cues near card entry are limited and fee transparency is lacking.</a:t>
            </a:r>
            <a:endParaRPr lang="en-US"/>
          </a:p>
          <a:p>
            <a:pPr marL="0" indent="0">
              <a:spcBef>
                <a:spcPts val="2500"/>
              </a:spcBef>
              <a:buFont typeface="Arial" panose="020B0604020202020204" pitchFamily="34" charset="0"/>
              <a:buNone/>
            </a:pPr>
            <a:r>
              <a:rPr lang="en-US" b="1"/>
              <a:t>Opportunities for Improvement</a:t>
            </a:r>
          </a:p>
          <a:p>
            <a:pPr marL="0" lvl="1" indent="0">
              <a:buFont typeface="Arial" panose="020B0604020202020204" pitchFamily="34" charset="0"/>
              <a:buNone/>
            </a:pPr>
            <a:r>
              <a:t>Adding popular wallets, alternative payment methods, and showing delivery dates can enhance checkout usability and trust alignment with PCI DSS.</a:t>
            </a:r>
            <a:endParaRPr lang="en-US"/>
          </a:p>
          <a:p>
            <a:pPr marL="0" indent="0">
              <a:spcBef>
                <a:spcPts val="2500"/>
              </a:spcBef>
              <a:buFont typeface="Arial" panose="020B0604020202020204" pitchFamily="34" charset="0"/>
              <a:buNone/>
            </a:pPr>
            <a:r>
              <a:rPr lang="en-US" b="1"/>
              <a:t>Threats to Address</a:t>
            </a:r>
          </a:p>
          <a:p>
            <a:pPr marL="0" lvl="1" indent="0">
              <a:buFont typeface="Arial" panose="020B0604020202020204" pitchFamily="34" charset="0"/>
              <a:buNone/>
            </a:pPr>
            <a:r>
              <a:t>High abandonment rates and evolving compliance requirements pose challenges. Competitors offer one-tap wallets and consumers are sensitive to payment security.</a:t>
            </a:r>
            <a:endParaRPr lang="en-US"/>
          </a:p>
        </p:txBody>
      </p:sp>
      <p:sp>
        <p:nvSpPr>
          <p:cNvPr id="6" name="Date Placeholder 5">
            <a:extLst>
              <a:ext uri="{FF2B5EF4-FFF2-40B4-BE49-F238E27FC236}">
                <a16:creationId xmlns:a16="http://schemas.microsoft.com/office/drawing/2014/main" id="{94341844-40E1-26B7-6980-0443BF16057C}"/>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9ABAA890-5B1D-6509-397B-38DF9E1BF4F0}"/>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5</a:t>
            </a:fld>
            <a:endParaRPr lang="en-US"/>
          </a:p>
        </p:txBody>
      </p:sp>
    </p:spTree>
    <p:extLst>
      <p:ext uri="{BB962C8B-B14F-4D97-AF65-F5344CB8AC3E}">
        <p14:creationId xmlns:p14="http://schemas.microsoft.com/office/powerpoint/2010/main" val="30605122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03DAB-5DF7-6E9D-3E8A-E016EB6F70D6}"/>
              </a:ext>
            </a:extLst>
          </p:cNvPr>
          <p:cNvSpPr>
            <a:spLocks noGrp="1"/>
          </p:cNvSpPr>
          <p:nvPr>
            <p:ph type="title"/>
          </p:nvPr>
        </p:nvSpPr>
        <p:spPr>
          <a:xfrm>
            <a:off x="185877" y="1062360"/>
            <a:ext cx="9948723" cy="5762371"/>
          </a:xfrm>
        </p:spPr>
        <p:txBody>
          <a:bodyPr anchor="b">
            <a:normAutofit/>
          </a:bodyPr>
          <a:lstStyle/>
          <a:p>
            <a:r>
              <a:rPr lang="en-US"/>
              <a:t>Detailed SWOT Assessments</a:t>
            </a:r>
          </a:p>
        </p:txBody>
      </p:sp>
      <p:sp>
        <p:nvSpPr>
          <p:cNvPr id="5" name="Date Placeholder 4">
            <a:extLst>
              <a:ext uri="{FF2B5EF4-FFF2-40B4-BE49-F238E27FC236}">
                <a16:creationId xmlns:a16="http://schemas.microsoft.com/office/drawing/2014/main" id="{36C824FB-586E-C070-BBC8-76AD0480B900}"/>
              </a:ext>
            </a:extLst>
          </p:cNvPr>
          <p:cNvSpPr>
            <a:spLocks noGrp="1"/>
          </p:cNvSpPr>
          <p:nvPr>
            <p:ph type="dt" sz="half" idx="10"/>
          </p:nvPr>
        </p:nvSpPr>
        <p:spPr>
          <a:xfrm>
            <a:off x="10134600" y="5991663"/>
            <a:ext cx="1079954" cy="365125"/>
          </a:xfrm>
        </p:spPr>
        <p:txBody>
          <a:bodyPr anchor="ctr">
            <a:normAutofit/>
          </a:bodyPr>
          <a:lstStyle/>
          <a:p>
            <a:pPr>
              <a:spcAft>
                <a:spcPts val="600"/>
              </a:spcAft>
            </a:pPr>
            <a:fld id="{06866CBB-6F1F-436D-A8C6-FABC4CF2B536}"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AC0A9FFC-3583-2BB3-296A-D4FBC252EB58}"/>
              </a:ext>
            </a:extLst>
          </p:cNvPr>
          <p:cNvSpPr>
            <a:spLocks noGrp="1"/>
          </p:cNvSpPr>
          <p:nvPr>
            <p:ph type="sldNum" sz="quarter" idx="12"/>
          </p:nvPr>
        </p:nvSpPr>
        <p:spPr>
          <a:xfrm>
            <a:off x="11210544" y="5991663"/>
            <a:ext cx="429372" cy="365125"/>
          </a:xfrm>
        </p:spPr>
        <p:txBody>
          <a:bodyPr anchor="ctr">
            <a:normAutofit/>
          </a:bodyPr>
          <a:lstStyle/>
          <a:p>
            <a:pPr>
              <a:spcAft>
                <a:spcPts val="600"/>
              </a:spcAft>
            </a:pPr>
            <a:fld id="{27F8DDA4-3B80-4E8A-A8F5-521F73BF9127}" type="slidenum">
              <a:rPr lang="en-US" smtClean="0"/>
              <a:pPr>
                <a:spcAft>
                  <a:spcPts val="600"/>
                </a:spcAft>
              </a:pPr>
              <a:t>6</a:t>
            </a:fld>
            <a:endParaRPr lang="en-US"/>
          </a:p>
        </p:txBody>
      </p:sp>
    </p:spTree>
    <p:extLst>
      <p:ext uri="{BB962C8B-B14F-4D97-AF65-F5344CB8AC3E}">
        <p14:creationId xmlns:p14="http://schemas.microsoft.com/office/powerpoint/2010/main" val="22423245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8461A-E475-CD5F-9DDA-8F5630BCA996}"/>
              </a:ext>
            </a:extLst>
          </p:cNvPr>
          <p:cNvSpPr>
            <a:spLocks noGrp="1"/>
          </p:cNvSpPr>
          <p:nvPr>
            <p:ph type="title"/>
          </p:nvPr>
        </p:nvSpPr>
        <p:spPr>
          <a:xfrm>
            <a:off x="603504" y="499475"/>
            <a:ext cx="3625442" cy="1474692"/>
          </a:xfrm>
        </p:spPr>
        <p:txBody>
          <a:bodyPr anchor="b">
            <a:normAutofit/>
          </a:bodyPr>
          <a:lstStyle/>
          <a:p>
            <a:r>
              <a:rPr lang="en-US"/>
              <a:t>Internal Strengths</a:t>
            </a:r>
          </a:p>
        </p:txBody>
      </p:sp>
      <p:sp>
        <p:nvSpPr>
          <p:cNvPr id="4" name="Content Placeholder 3">
            <a:extLst>
              <a:ext uri="{FF2B5EF4-FFF2-40B4-BE49-F238E27FC236}">
                <a16:creationId xmlns:a16="http://schemas.microsoft.com/office/drawing/2014/main" id="{B9A2C71E-0665-EEDD-D364-18AC3986FEB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5432" y="2124222"/>
            <a:ext cx="3567404" cy="3488788"/>
          </a:xfrm>
        </p:spPr>
        <p:txBody>
          <a:bodyPr>
            <a:normAutofit/>
          </a:bodyPr>
          <a:lstStyle/>
          <a:p>
            <a:pPr marL="0" indent="0">
              <a:spcBef>
                <a:spcPts val="2500"/>
              </a:spcBef>
              <a:buFont typeface="Arial" panose="020B0604020202020204" pitchFamily="34" charset="0"/>
              <a:buNone/>
            </a:pPr>
            <a:r>
              <a:rPr lang="en-US" sz="1300" b="1"/>
              <a:t>Visual Clarity in Checkout</a:t>
            </a:r>
          </a:p>
          <a:p>
            <a:pPr marL="0" lvl="1" indent="0">
              <a:buFont typeface="Arial" panose="020B0604020202020204" pitchFamily="34" charset="0"/>
              <a:buNone/>
            </a:pPr>
            <a:r>
              <a:rPr lang="en-US" sz="1300"/>
              <a:t>Clear and simple checkout design reduces cognitive load and helps users make quick decisions confidently.</a:t>
            </a:r>
          </a:p>
          <a:p>
            <a:pPr marL="0" indent="0">
              <a:spcBef>
                <a:spcPts val="2500"/>
              </a:spcBef>
              <a:buFont typeface="Arial" panose="020B0604020202020204" pitchFamily="34" charset="0"/>
              <a:buNone/>
            </a:pPr>
            <a:r>
              <a:rPr lang="en-US" sz="1300" b="1"/>
              <a:t>Social Sign-In Integration</a:t>
            </a:r>
          </a:p>
          <a:p>
            <a:pPr marL="0" lvl="1" indent="0">
              <a:buFont typeface="Arial" panose="020B0604020202020204" pitchFamily="34" charset="0"/>
              <a:buNone/>
            </a:pPr>
            <a:r>
              <a:rPr lang="en-US" sz="1300"/>
              <a:t>Social sign-in options offer a low-friction login path for returning users, improving convenience and speed.</a:t>
            </a:r>
          </a:p>
          <a:p>
            <a:pPr marL="0" indent="0">
              <a:spcBef>
                <a:spcPts val="2500"/>
              </a:spcBef>
              <a:buFont typeface="Arial" panose="020B0604020202020204" pitchFamily="34" charset="0"/>
              <a:buNone/>
            </a:pPr>
            <a:r>
              <a:rPr lang="en-US" sz="1300" b="1"/>
              <a:t>Consistent and Strong CTAs</a:t>
            </a:r>
          </a:p>
          <a:p>
            <a:pPr marL="0" lvl="1" indent="0">
              <a:buFont typeface="Arial" panose="020B0604020202020204" pitchFamily="34" charset="0"/>
              <a:buNone/>
            </a:pPr>
            <a:r>
              <a:rPr lang="en-US" sz="1300"/>
              <a:t>Consistent call-to-action buttons with strong contrast and ample touch targets reduce user errors and boost efficiency.</a:t>
            </a:r>
          </a:p>
        </p:txBody>
      </p:sp>
      <p:pic>
        <p:nvPicPr>
          <p:cNvPr id="8" name="Content Placeholder 7" descr="E-commerce shopping cart sale marketing mobile phone app blackboard">
            <a:extLst>
              <a:ext uri="{FF2B5EF4-FFF2-40B4-BE49-F238E27FC236}">
                <a16:creationId xmlns:a16="http://schemas.microsoft.com/office/drawing/2014/main" id="{9C3FA3DA-4D95-409A-B586-4688133B363F}"/>
              </a:ext>
            </a:extLst>
          </p:cNvPr>
          <p:cNvPicPr>
            <a:picLocks noGrp="1" noChangeAspect="1"/>
          </p:cNvPicPr>
          <p:nvPr>
            <p:ph type="pic" sz="quarter" idx="13"/>
          </p:nvPr>
        </p:nvPicPr>
        <p:blipFill>
          <a:blip r:embed="rId3"/>
          <a:stretch/>
        </p:blipFill>
        <p:spPr>
          <a:xfrm>
            <a:off x="4800601" y="314420"/>
            <a:ext cx="7391400" cy="4933759"/>
          </a:xfrm>
          <a:noFill/>
        </p:spPr>
      </p:pic>
      <p:sp>
        <p:nvSpPr>
          <p:cNvPr id="6" name="Date Placeholder 5">
            <a:extLst>
              <a:ext uri="{FF2B5EF4-FFF2-40B4-BE49-F238E27FC236}">
                <a16:creationId xmlns:a16="http://schemas.microsoft.com/office/drawing/2014/main" id="{6A6ACB08-40FC-2162-62CB-BD861CC99167}"/>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4C7D9B7A-5107-85DC-8836-D9938205077E}"/>
              </a:ext>
            </a:extLst>
          </p:cNvPr>
          <p:cNvSpPr>
            <a:spLocks noGrp="1"/>
          </p:cNvSpPr>
          <p:nvPr>
            <p:ph type="sldNum" sz="quarter" idx="12"/>
          </p:nvPr>
        </p:nvSpPr>
        <p:spPr>
          <a:xfrm>
            <a:off x="11238206" y="6029868"/>
            <a:ext cx="429372" cy="365125"/>
          </a:xfrm>
        </p:spPr>
        <p:txBody>
          <a:bodyPr anchor="ctr">
            <a:normAutofit/>
          </a:bodyPr>
          <a:lstStyle/>
          <a:p>
            <a:pPr>
              <a:spcAft>
                <a:spcPts val="600"/>
              </a:spcAft>
            </a:pPr>
            <a:fld id="{27F8DDA4-3B80-4E8A-A8F5-521F73BF9127}" type="slidenum">
              <a:rPr lang="en-US" smtClean="0"/>
              <a:pPr>
                <a:spcAft>
                  <a:spcPts val="600"/>
                </a:spcAft>
              </a:pPr>
              <a:t>7</a:t>
            </a:fld>
            <a:endParaRPr lang="en-US"/>
          </a:p>
        </p:txBody>
      </p:sp>
    </p:spTree>
    <p:extLst>
      <p:ext uri="{BB962C8B-B14F-4D97-AF65-F5344CB8AC3E}">
        <p14:creationId xmlns:p14="http://schemas.microsoft.com/office/powerpoint/2010/main" val="37304985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Login web form">
            <a:extLst>
              <a:ext uri="{FF2B5EF4-FFF2-40B4-BE49-F238E27FC236}">
                <a16:creationId xmlns:a16="http://schemas.microsoft.com/office/drawing/2014/main" id="{F2247CEB-E109-460D-80A2-4E03982D6EDE}"/>
              </a:ext>
            </a:extLst>
          </p:cNvPr>
          <p:cNvPicPr>
            <a:picLocks noGrp="1" noChangeAspect="1"/>
          </p:cNvPicPr>
          <p:nvPr>
            <p:ph type="pic" sz="quarter" idx="13"/>
          </p:nvPr>
        </p:nvPicPr>
        <p:blipFill>
          <a:blip r:embed="rId3"/>
          <a:srcRect l="17786" r="12532" b="1"/>
          <a:stretch>
            <a:fillRect/>
          </a:stretch>
        </p:blipFill>
        <p:spPr>
          <a:xfrm>
            <a:off x="20" y="1"/>
            <a:ext cx="4800580" cy="4822372"/>
          </a:xfrm>
        </p:spPr>
      </p:pic>
      <p:sp>
        <p:nvSpPr>
          <p:cNvPr id="2" name="Title 1">
            <a:extLst>
              <a:ext uri="{FF2B5EF4-FFF2-40B4-BE49-F238E27FC236}">
                <a16:creationId xmlns:a16="http://schemas.microsoft.com/office/drawing/2014/main" id="{564CE85A-B037-7822-2AAB-FE806E83B967}"/>
              </a:ext>
            </a:extLst>
          </p:cNvPr>
          <p:cNvSpPr>
            <a:spLocks noGrp="1"/>
          </p:cNvSpPr>
          <p:nvPr>
            <p:ph type="title"/>
          </p:nvPr>
        </p:nvSpPr>
        <p:spPr>
          <a:xfrm>
            <a:off x="1002085" y="4374100"/>
            <a:ext cx="3897905" cy="1380814"/>
          </a:xfrm>
        </p:spPr>
        <p:txBody>
          <a:bodyPr anchor="t">
            <a:normAutofit/>
          </a:bodyPr>
          <a:lstStyle/>
          <a:p>
            <a:r>
              <a:rPr lang="en-US"/>
              <a:t>Internal Weaknesses</a:t>
            </a:r>
          </a:p>
        </p:txBody>
      </p:sp>
      <p:sp>
        <p:nvSpPr>
          <p:cNvPr id="4" name="Content Placeholder 3">
            <a:extLst>
              <a:ext uri="{FF2B5EF4-FFF2-40B4-BE49-F238E27FC236}">
                <a16:creationId xmlns:a16="http://schemas.microsoft.com/office/drawing/2014/main" id="{F6402BDD-8890-81DB-0AD5-13C01C2DE1C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Password Visibility Issues</a:t>
            </a:r>
          </a:p>
          <a:p>
            <a:pPr marL="0" lvl="1" indent="0">
              <a:buFont typeface="Arial" panose="020B0604020202020204" pitchFamily="34" charset="0"/>
              <a:buNone/>
            </a:pPr>
            <a:r>
              <a:t>Poor visibility of password requirements causes user hesitation and input errors during form completion.</a:t>
            </a:r>
            <a:endParaRPr lang="en-US"/>
          </a:p>
          <a:p>
            <a:pPr marL="0" indent="0">
              <a:spcBef>
                <a:spcPts val="2500"/>
              </a:spcBef>
              <a:buFont typeface="Arial" panose="020B0604020202020204" pitchFamily="34" charset="0"/>
              <a:buNone/>
            </a:pPr>
            <a:r>
              <a:rPr lang="en-US" b="1"/>
              <a:t>Anxiety-Provoking CTAs</a:t>
            </a:r>
          </a:p>
          <a:p>
            <a:pPr marL="0" lvl="1" indent="0">
              <a:buFont typeface="Arial" panose="020B0604020202020204" pitchFamily="34" charset="0"/>
              <a:buNone/>
            </a:pPr>
            <a:r>
              <a:t>Calls to action like 'Buy now' and 'Pay now' create uncertainty and anxiety, reducing user confidence.</a:t>
            </a:r>
            <a:endParaRPr lang="en-US"/>
          </a:p>
          <a:p>
            <a:pPr marL="0" indent="0">
              <a:spcBef>
                <a:spcPts val="2500"/>
              </a:spcBef>
              <a:buFont typeface="Arial" panose="020B0604020202020204" pitchFamily="34" charset="0"/>
              <a:buNone/>
            </a:pPr>
            <a:r>
              <a:rPr lang="en-US" b="1"/>
              <a:t>Trust Cue Deficiency</a:t>
            </a:r>
          </a:p>
          <a:p>
            <a:pPr marL="0" lvl="1" indent="0">
              <a:buFont typeface="Arial" panose="020B0604020202020204" pitchFamily="34" charset="0"/>
              <a:buNone/>
            </a:pPr>
            <a:r>
              <a:t>Insufficient trust cues near card input fields increase user doubt and decrease form completion rates.</a:t>
            </a:r>
            <a:endParaRPr lang="en-US"/>
          </a:p>
          <a:p>
            <a:pPr marL="0" indent="0">
              <a:spcBef>
                <a:spcPts val="2500"/>
              </a:spcBef>
              <a:buFont typeface="Arial" panose="020B0604020202020204" pitchFamily="34" charset="0"/>
              <a:buNone/>
            </a:pPr>
            <a:r>
              <a:rPr lang="en-US" b="1"/>
              <a:t>Poor Card Entry Ergonomics</a:t>
            </a:r>
          </a:p>
          <a:p>
            <a:pPr marL="0" lvl="1" indent="0">
              <a:buFont typeface="Arial" panose="020B0604020202020204" pitchFamily="34" charset="0"/>
              <a:buNone/>
            </a:pPr>
            <a:r>
              <a:t>Missing auto-formatting and weak error feedback in card entry frustrate users and increase abandonment risk.</a:t>
            </a:r>
            <a:endParaRPr lang="en-US"/>
          </a:p>
        </p:txBody>
      </p:sp>
      <p:sp>
        <p:nvSpPr>
          <p:cNvPr id="6" name="Date Placeholder 5">
            <a:extLst>
              <a:ext uri="{FF2B5EF4-FFF2-40B4-BE49-F238E27FC236}">
                <a16:creationId xmlns:a16="http://schemas.microsoft.com/office/drawing/2014/main" id="{6EA0C2E1-2440-4193-27D8-D0C42A8A4F03}"/>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D8349A6E-C8C9-1538-D904-2E3296B68CFC}"/>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8</a:t>
            </a:fld>
            <a:endParaRPr lang="en-US"/>
          </a:p>
        </p:txBody>
      </p:sp>
    </p:spTree>
    <p:extLst>
      <p:ext uri="{BB962C8B-B14F-4D97-AF65-F5344CB8AC3E}">
        <p14:creationId xmlns:p14="http://schemas.microsoft.com/office/powerpoint/2010/main" val="35315325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97F9-62AD-D492-B653-1C47BD70DBA8}"/>
              </a:ext>
            </a:extLst>
          </p:cNvPr>
          <p:cNvSpPr>
            <a:spLocks noGrp="1"/>
          </p:cNvSpPr>
          <p:nvPr>
            <p:ph type="title"/>
          </p:nvPr>
        </p:nvSpPr>
        <p:spPr>
          <a:xfrm>
            <a:off x="603504" y="499475"/>
            <a:ext cx="3625442" cy="1474692"/>
          </a:xfrm>
        </p:spPr>
        <p:txBody>
          <a:bodyPr anchor="b">
            <a:normAutofit/>
          </a:bodyPr>
          <a:lstStyle/>
          <a:p>
            <a:r>
              <a:rPr lang="en-US"/>
              <a:t>External Opportunities</a:t>
            </a:r>
          </a:p>
        </p:txBody>
      </p:sp>
      <p:sp>
        <p:nvSpPr>
          <p:cNvPr id="4" name="Content Placeholder 3">
            <a:extLst>
              <a:ext uri="{FF2B5EF4-FFF2-40B4-BE49-F238E27FC236}">
                <a16:creationId xmlns:a16="http://schemas.microsoft.com/office/drawing/2014/main" id="{1D73D8B7-9E6C-8357-FE95-1BD6F506174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5432" y="2124222"/>
            <a:ext cx="3567404" cy="3488788"/>
          </a:xfrm>
        </p:spPr>
        <p:txBody>
          <a:bodyPr>
            <a:normAutofit/>
          </a:bodyPr>
          <a:lstStyle/>
          <a:p>
            <a:pPr marL="0" indent="0">
              <a:lnSpc>
                <a:spcPct val="110000"/>
              </a:lnSpc>
              <a:spcBef>
                <a:spcPts val="2500"/>
              </a:spcBef>
              <a:buFont typeface="Arial" panose="020B0604020202020204" pitchFamily="34" charset="0"/>
              <a:buNone/>
            </a:pPr>
            <a:r>
              <a:rPr lang="en-US" sz="1000" b="1"/>
              <a:t>Checkout UX Best Practices</a:t>
            </a:r>
          </a:p>
          <a:p>
            <a:pPr marL="0" lvl="1" indent="0">
              <a:lnSpc>
                <a:spcPct val="110000"/>
              </a:lnSpc>
              <a:buFont typeface="Arial" panose="020B0604020202020204" pitchFamily="34" charset="0"/>
              <a:buNone/>
            </a:pPr>
            <a:r>
              <a:rPr lang="en-US" sz="1000"/>
              <a:t>Implementing proven checkout UX techniques reduces cart abandonment and enhances user experience.</a:t>
            </a:r>
          </a:p>
          <a:p>
            <a:pPr marL="0" indent="0">
              <a:lnSpc>
                <a:spcPct val="110000"/>
              </a:lnSpc>
              <a:spcBef>
                <a:spcPts val="2500"/>
              </a:spcBef>
              <a:buFont typeface="Arial" panose="020B0604020202020204" pitchFamily="34" charset="0"/>
              <a:buNone/>
            </a:pPr>
            <a:r>
              <a:rPr lang="en-US" sz="1000" b="1"/>
              <a:t>Popular Digital Wallets</a:t>
            </a:r>
          </a:p>
          <a:p>
            <a:pPr marL="0" lvl="1" indent="0">
              <a:lnSpc>
                <a:spcPct val="110000"/>
              </a:lnSpc>
              <a:buFont typeface="Arial" panose="020B0604020202020204" pitchFamily="34" charset="0"/>
              <a:buNone/>
            </a:pPr>
            <a:r>
              <a:rPr lang="en-US" sz="1000"/>
              <a:t>Adding Apple Pay and Google Pay meets user expectations and simplifies payment processes.</a:t>
            </a:r>
          </a:p>
          <a:p>
            <a:pPr marL="0" indent="0">
              <a:lnSpc>
                <a:spcPct val="110000"/>
              </a:lnSpc>
              <a:spcBef>
                <a:spcPts val="2500"/>
              </a:spcBef>
              <a:buFont typeface="Arial" panose="020B0604020202020204" pitchFamily="34" charset="0"/>
              <a:buNone/>
            </a:pPr>
            <a:r>
              <a:rPr lang="en-US" sz="1000" b="1"/>
              <a:t>Delivery Dates and Timers</a:t>
            </a:r>
          </a:p>
          <a:p>
            <a:pPr marL="0" lvl="1" indent="0">
              <a:lnSpc>
                <a:spcPct val="110000"/>
              </a:lnSpc>
              <a:buFont typeface="Arial" panose="020B0604020202020204" pitchFamily="34" charset="0"/>
              <a:buNone/>
            </a:pPr>
            <a:r>
              <a:rPr lang="en-US" sz="1000"/>
              <a:t>Displaying delivery dates and dynamic cutoff timers provides clarity and urgency for customers.</a:t>
            </a:r>
          </a:p>
          <a:p>
            <a:pPr marL="0" indent="0">
              <a:lnSpc>
                <a:spcPct val="110000"/>
              </a:lnSpc>
              <a:spcBef>
                <a:spcPts val="2500"/>
              </a:spcBef>
              <a:buFont typeface="Arial" panose="020B0604020202020204" pitchFamily="34" charset="0"/>
              <a:buNone/>
            </a:pPr>
            <a:r>
              <a:rPr lang="en-US" sz="1000" b="1"/>
              <a:t>Trust Through Security Messaging</a:t>
            </a:r>
          </a:p>
          <a:p>
            <a:pPr marL="0" lvl="1" indent="0">
              <a:lnSpc>
                <a:spcPct val="110000"/>
              </a:lnSpc>
              <a:buFont typeface="Arial" panose="020B0604020202020204" pitchFamily="34" charset="0"/>
              <a:buNone/>
            </a:pPr>
            <a:r>
              <a:rPr lang="en-US" sz="1000"/>
              <a:t>Reinforcing trust with PCI DSS-aligned messaging boosts user confidence during checkout.</a:t>
            </a:r>
          </a:p>
        </p:txBody>
      </p:sp>
      <p:pic>
        <p:nvPicPr>
          <p:cNvPr id="8" name="Content Placeholder 7" descr="Man getting his international vaccination certificate for COVID - 19 and entering it onto his database">
            <a:extLst>
              <a:ext uri="{FF2B5EF4-FFF2-40B4-BE49-F238E27FC236}">
                <a16:creationId xmlns:a16="http://schemas.microsoft.com/office/drawing/2014/main" id="{B6DD507D-4017-4875-8A92-7EC42A16DB1F}"/>
              </a:ext>
            </a:extLst>
          </p:cNvPr>
          <p:cNvPicPr>
            <a:picLocks noGrp="1" noChangeAspect="1"/>
          </p:cNvPicPr>
          <p:nvPr>
            <p:ph type="pic" sz="quarter" idx="13"/>
          </p:nvPr>
        </p:nvPicPr>
        <p:blipFill>
          <a:blip r:embed="rId3"/>
          <a:srcRect l="1851" r="9455" b="2"/>
          <a:stretch>
            <a:fillRect/>
          </a:stretch>
        </p:blipFill>
        <p:spPr>
          <a:xfrm>
            <a:off x="4800601" y="10"/>
            <a:ext cx="7391400" cy="5562590"/>
          </a:xfrm>
          <a:noFill/>
        </p:spPr>
      </p:pic>
      <p:sp>
        <p:nvSpPr>
          <p:cNvPr id="6" name="Date Placeholder 5">
            <a:extLst>
              <a:ext uri="{FF2B5EF4-FFF2-40B4-BE49-F238E27FC236}">
                <a16:creationId xmlns:a16="http://schemas.microsoft.com/office/drawing/2014/main" id="{928DDDCF-2D57-0C67-ACEC-A7EB6DEA310A}"/>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B50F0299-B30F-605A-39C7-B9630C316DAE}"/>
              </a:ext>
            </a:extLst>
          </p:cNvPr>
          <p:cNvSpPr>
            <a:spLocks noGrp="1"/>
          </p:cNvSpPr>
          <p:nvPr>
            <p:ph type="sldNum" sz="quarter" idx="12"/>
          </p:nvPr>
        </p:nvSpPr>
        <p:spPr>
          <a:xfrm>
            <a:off x="11238206" y="6029868"/>
            <a:ext cx="429372" cy="365125"/>
          </a:xfrm>
        </p:spPr>
        <p:txBody>
          <a:bodyPr anchor="ctr">
            <a:normAutofit/>
          </a:bodyPr>
          <a:lstStyle/>
          <a:p>
            <a:pPr>
              <a:spcAft>
                <a:spcPts val="600"/>
              </a:spcAft>
            </a:pPr>
            <a:fld id="{27F8DDA4-3B80-4E8A-A8F5-521F73BF9127}" type="slidenum">
              <a:rPr lang="en-US" smtClean="0"/>
              <a:pPr>
                <a:spcAft>
                  <a:spcPts val="600"/>
                </a:spcAft>
              </a:pPr>
              <a:t>9</a:t>
            </a:fld>
            <a:endParaRPr lang="en-US"/>
          </a:p>
        </p:txBody>
      </p:sp>
    </p:spTree>
    <p:extLst>
      <p:ext uri="{BB962C8B-B14F-4D97-AF65-F5344CB8AC3E}">
        <p14:creationId xmlns:p14="http://schemas.microsoft.com/office/powerpoint/2010/main" val="11170945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Closeup of businessman working on a laptop while holding on one hand a message bubble showing a lock. Focus is on the lock symbol meaning online information security">
            <a:extLst>
              <a:ext uri="{FF2B5EF4-FFF2-40B4-BE49-F238E27FC236}">
                <a16:creationId xmlns:a16="http://schemas.microsoft.com/office/drawing/2014/main" id="{E4ABE653-95DF-4CE5-9988-285E2E3E1A68}"/>
              </a:ext>
            </a:extLst>
          </p:cNvPr>
          <p:cNvPicPr>
            <a:picLocks noGrp="1" noChangeAspect="1"/>
          </p:cNvPicPr>
          <p:nvPr>
            <p:ph type="pic" sz="quarter" idx="13"/>
          </p:nvPr>
        </p:nvPicPr>
        <p:blipFill>
          <a:blip r:embed="rId3"/>
          <a:srcRect l="8172" r="25379" b="-2"/>
          <a:stretch>
            <a:fillRect/>
          </a:stretch>
        </p:blipFill>
        <p:spPr>
          <a:xfrm>
            <a:off x="20" y="1"/>
            <a:ext cx="4800580" cy="4822372"/>
          </a:xfrm>
        </p:spPr>
      </p:pic>
      <p:sp>
        <p:nvSpPr>
          <p:cNvPr id="2" name="Title 1">
            <a:extLst>
              <a:ext uri="{FF2B5EF4-FFF2-40B4-BE49-F238E27FC236}">
                <a16:creationId xmlns:a16="http://schemas.microsoft.com/office/drawing/2014/main" id="{A2D6591C-5244-D389-B4FA-DF06A9F061C1}"/>
              </a:ext>
            </a:extLst>
          </p:cNvPr>
          <p:cNvSpPr>
            <a:spLocks noGrp="1"/>
          </p:cNvSpPr>
          <p:nvPr>
            <p:ph type="title"/>
          </p:nvPr>
        </p:nvSpPr>
        <p:spPr>
          <a:xfrm>
            <a:off x="1002085" y="4374100"/>
            <a:ext cx="3897905" cy="1380814"/>
          </a:xfrm>
        </p:spPr>
        <p:txBody>
          <a:bodyPr anchor="t">
            <a:normAutofit/>
          </a:bodyPr>
          <a:lstStyle/>
          <a:p>
            <a:r>
              <a:rPr lang="en-US"/>
              <a:t>External Threats</a:t>
            </a:r>
          </a:p>
        </p:txBody>
      </p:sp>
      <p:sp>
        <p:nvSpPr>
          <p:cNvPr id="4" name="Content Placeholder 3">
            <a:extLst>
              <a:ext uri="{FF2B5EF4-FFF2-40B4-BE49-F238E27FC236}">
                <a16:creationId xmlns:a16="http://schemas.microsoft.com/office/drawing/2014/main" id="{ABC2CC63-9AF5-596D-A2B0-4243E46B9CC9}"/>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389516" y="685800"/>
            <a:ext cx="5430884" cy="5204983"/>
          </a:xfrm>
        </p:spPr>
        <p:txBody>
          <a:bodyPr>
            <a:normAutofit/>
          </a:bodyPr>
          <a:lstStyle/>
          <a:p>
            <a:pPr marL="0" indent="0">
              <a:spcBef>
                <a:spcPts val="2500"/>
              </a:spcBef>
              <a:buFont typeface="Arial" panose="020B0604020202020204" pitchFamily="34" charset="0"/>
              <a:buNone/>
            </a:pPr>
            <a:r>
              <a:rPr lang="en-US" b="1"/>
              <a:t>High Abandonment Rates</a:t>
            </a:r>
          </a:p>
          <a:p>
            <a:pPr marL="0" lvl="1" indent="0">
              <a:buFont typeface="Arial" panose="020B0604020202020204" pitchFamily="34" charset="0"/>
              <a:buNone/>
            </a:pPr>
            <a:r>
              <a:t>Persistent high abandonment rates impact revenue and indicate friction in the payment process.</a:t>
            </a:r>
            <a:endParaRPr lang="en-US"/>
          </a:p>
          <a:p>
            <a:pPr marL="0" indent="0">
              <a:spcBef>
                <a:spcPts val="2500"/>
              </a:spcBef>
              <a:buFont typeface="Arial" panose="020B0604020202020204" pitchFamily="34" charset="0"/>
              <a:buNone/>
            </a:pPr>
            <a:r>
              <a:rPr lang="en-US" b="1"/>
              <a:t>PCI DSS Compliance Risks</a:t>
            </a:r>
          </a:p>
          <a:p>
            <a:pPr marL="0" lvl="1" indent="0">
              <a:buFont typeface="Arial" panose="020B0604020202020204" pitchFamily="34" charset="0"/>
              <a:buNone/>
            </a:pPr>
            <a:r>
              <a:t>Stricter PCI DSS compliance requirements increase regulatory risks and operational challenges.</a:t>
            </a:r>
            <a:endParaRPr lang="en-US"/>
          </a:p>
          <a:p>
            <a:pPr marL="0" indent="0">
              <a:spcBef>
                <a:spcPts val="2500"/>
              </a:spcBef>
              <a:buFont typeface="Arial" panose="020B0604020202020204" pitchFamily="34" charset="0"/>
              <a:buNone/>
            </a:pPr>
            <a:r>
              <a:rPr lang="en-US" b="1"/>
              <a:t>Competitive Payment Solutions</a:t>
            </a:r>
          </a:p>
          <a:p>
            <a:pPr marL="0" lvl="1" indent="0">
              <a:buFont typeface="Arial" panose="020B0604020202020204" pitchFamily="34" charset="0"/>
              <a:buNone/>
            </a:pPr>
            <a:r>
              <a:t>Competitors offering seamless one-tap wallet experiences attract customers with convenience.</a:t>
            </a:r>
            <a:endParaRPr lang="en-US"/>
          </a:p>
          <a:p>
            <a:pPr marL="0" indent="0">
              <a:spcBef>
                <a:spcPts val="2500"/>
              </a:spcBef>
              <a:buFont typeface="Arial" panose="020B0604020202020204" pitchFamily="34" charset="0"/>
              <a:buNone/>
            </a:pPr>
            <a:r>
              <a:rPr lang="en-US" b="1"/>
              <a:t>Consumer Security Concerns</a:t>
            </a:r>
          </a:p>
          <a:p>
            <a:pPr marL="0" lvl="1" indent="0">
              <a:buFont typeface="Arial" panose="020B0604020202020204" pitchFamily="34" charset="0"/>
              <a:buNone/>
            </a:pPr>
            <a:r>
              <a:t>Growing consumer concerns about payment security can erode brand trust and loyalty.</a:t>
            </a:r>
            <a:endParaRPr lang="en-US"/>
          </a:p>
        </p:txBody>
      </p:sp>
      <p:sp>
        <p:nvSpPr>
          <p:cNvPr id="6" name="Date Placeholder 5">
            <a:extLst>
              <a:ext uri="{FF2B5EF4-FFF2-40B4-BE49-F238E27FC236}">
                <a16:creationId xmlns:a16="http://schemas.microsoft.com/office/drawing/2014/main" id="{C84D1B3C-5E71-5C40-C3B1-907E957B482B}"/>
              </a:ext>
            </a:extLst>
          </p:cNvPr>
          <p:cNvSpPr>
            <a:spLocks noGrp="1"/>
          </p:cNvSpPr>
          <p:nvPr>
            <p:ph type="dt" sz="half" idx="10"/>
          </p:nvPr>
        </p:nvSpPr>
        <p:spPr>
          <a:xfrm>
            <a:off x="10058400" y="6029868"/>
            <a:ext cx="117957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E4346BDF-AFAB-1DB6-7124-C7F47537FDB1}"/>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10</a:t>
            </a:fld>
            <a:endParaRPr lang="en-US"/>
          </a:p>
        </p:txBody>
      </p:sp>
    </p:spTree>
    <p:extLst>
      <p:ext uri="{BB962C8B-B14F-4D97-AF65-F5344CB8AC3E}">
        <p14:creationId xmlns:p14="http://schemas.microsoft.com/office/powerpoint/2010/main" val="23527690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and with pen over a color palette">
            <a:extLst>
              <a:ext uri="{FF2B5EF4-FFF2-40B4-BE49-F238E27FC236}">
                <a16:creationId xmlns:a16="http://schemas.microsoft.com/office/drawing/2014/main" id="{FC18CB80-E14D-A8FD-7463-B4A3C8E7A00C}"/>
              </a:ext>
            </a:extLst>
          </p:cNvPr>
          <p:cNvPicPr>
            <a:picLocks noChangeAspect="1"/>
          </p:cNvPicPr>
          <p:nvPr/>
        </p:nvPicPr>
        <p:blipFill>
          <a:blip r:embed="rId3"/>
          <a:srcRect t="6367"/>
          <a:stretch>
            <a:fillRect/>
          </a:stretch>
        </p:blipFill>
        <p:spPr>
          <a:xfrm>
            <a:off x="4800600" y="1371600"/>
            <a:ext cx="6705599" cy="4191000"/>
          </a:xfrm>
          <a:prstGeom prst="rect">
            <a:avLst/>
          </a:prstGeom>
          <a:noFill/>
        </p:spPr>
      </p:pic>
      <p:sp>
        <p:nvSpPr>
          <p:cNvPr id="2" name="Title 1">
            <a:extLst>
              <a:ext uri="{FF2B5EF4-FFF2-40B4-BE49-F238E27FC236}">
                <a16:creationId xmlns:a16="http://schemas.microsoft.com/office/drawing/2014/main" id="{C492911E-19AF-CF09-4739-8C97D5E70D98}"/>
              </a:ext>
            </a:extLst>
          </p:cNvPr>
          <p:cNvSpPr>
            <a:spLocks noGrp="1"/>
          </p:cNvSpPr>
          <p:nvPr>
            <p:ph type="ctrTitle"/>
          </p:nvPr>
        </p:nvSpPr>
        <p:spPr>
          <a:xfrm>
            <a:off x="500213" y="3447288"/>
            <a:ext cx="5852160" cy="3072792"/>
          </a:xfrm>
        </p:spPr>
        <p:txBody>
          <a:bodyPr anchor="b">
            <a:normAutofit/>
          </a:bodyPr>
          <a:lstStyle/>
          <a:p>
            <a:r>
              <a:rPr lang="en-US"/>
              <a:t>Design Changes Proposed</a:t>
            </a:r>
          </a:p>
        </p:txBody>
      </p:sp>
      <p:sp>
        <p:nvSpPr>
          <p:cNvPr id="5" name="Date Placeholder 4">
            <a:extLst>
              <a:ext uri="{FF2B5EF4-FFF2-40B4-BE49-F238E27FC236}">
                <a16:creationId xmlns:a16="http://schemas.microsoft.com/office/drawing/2014/main" id="{1C53F00C-5864-EC19-C791-66BAD0FFF7BC}"/>
              </a:ext>
            </a:extLst>
          </p:cNvPr>
          <p:cNvSpPr>
            <a:spLocks noGrp="1"/>
          </p:cNvSpPr>
          <p:nvPr>
            <p:ph type="dt" sz="half" idx="10"/>
          </p:nvPr>
        </p:nvSpPr>
        <p:spPr>
          <a:xfrm>
            <a:off x="9973610" y="6055170"/>
            <a:ext cx="1256738" cy="365125"/>
          </a:xfrm>
        </p:spPr>
        <p:txBody>
          <a:bodyPr anchor="ctr">
            <a:normAutofit/>
          </a:bodyPr>
          <a:lstStyle/>
          <a:p>
            <a:pPr>
              <a:spcAft>
                <a:spcPts val="600"/>
              </a:spcAft>
            </a:pPr>
            <a:fld id="{06866CBB-6F1F-436D-A8C6-FABC4CF2B536}"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DD847083-D841-2EED-62EE-71DE881E90A9}"/>
              </a:ext>
            </a:extLst>
          </p:cNvPr>
          <p:cNvSpPr>
            <a:spLocks noGrp="1"/>
          </p:cNvSpPr>
          <p:nvPr>
            <p:ph type="sldNum" sz="quarter" idx="12"/>
          </p:nvPr>
        </p:nvSpPr>
        <p:spPr>
          <a:xfrm>
            <a:off x="11230348" y="6055170"/>
            <a:ext cx="461440" cy="365125"/>
          </a:xfrm>
        </p:spPr>
        <p:txBody>
          <a:bodyPr anchor="ctr">
            <a:normAutofit/>
          </a:bodyPr>
          <a:lstStyle/>
          <a:p>
            <a:pPr>
              <a:spcAft>
                <a:spcPts val="600"/>
              </a:spcAft>
            </a:pPr>
            <a:fld id="{27F8DDA4-3B80-4E8A-A8F5-521F73BF9127}" type="slidenum">
              <a:rPr lang="en-US" smtClean="0"/>
              <a:pPr>
                <a:spcAft>
                  <a:spcPts val="600"/>
                </a:spcAft>
              </a:pPr>
              <a:t>11</a:t>
            </a:fld>
            <a:endParaRPr lang="en-US"/>
          </a:p>
        </p:txBody>
      </p:sp>
    </p:spTree>
    <p:extLst>
      <p:ext uri="{BB962C8B-B14F-4D97-AF65-F5344CB8AC3E}">
        <p14:creationId xmlns:p14="http://schemas.microsoft.com/office/powerpoint/2010/main" val="3466817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6DF74-4387-020A-7312-4AF5D8BA36DD}"/>
              </a:ext>
            </a:extLst>
          </p:cNvPr>
          <p:cNvSpPr>
            <a:spLocks noGrp="1"/>
          </p:cNvSpPr>
          <p:nvPr>
            <p:ph type="title"/>
          </p:nvPr>
        </p:nvSpPr>
        <p:spPr>
          <a:xfrm>
            <a:off x="603504" y="1031915"/>
            <a:ext cx="3968496" cy="1494845"/>
          </a:xfrm>
        </p:spPr>
        <p:txBody>
          <a:bodyPr anchor="t">
            <a:normAutofit/>
          </a:bodyPr>
          <a:lstStyle/>
          <a:p>
            <a:r>
              <a:rPr lang="en-US"/>
              <a:t>Actionable Recommendations</a:t>
            </a:r>
          </a:p>
        </p:txBody>
      </p:sp>
      <p:sp>
        <p:nvSpPr>
          <p:cNvPr id="3" name="Content Placeholder 2">
            <a:extLst>
              <a:ext uri="{FF2B5EF4-FFF2-40B4-BE49-F238E27FC236}">
                <a16:creationId xmlns:a16="http://schemas.microsoft.com/office/drawing/2014/main" id="{659C2788-8516-3D54-699E-F32FA3541EC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090020" y="1001865"/>
            <a:ext cx="6416180" cy="4683318"/>
          </a:xfrm>
        </p:spPr>
        <p:txBody>
          <a:bodyPr>
            <a:normAutofit/>
          </a:bodyPr>
          <a:lstStyle/>
          <a:p>
            <a:pPr marL="0" indent="0">
              <a:spcBef>
                <a:spcPts val="2500"/>
              </a:spcBef>
              <a:buFont typeface="Arial" panose="020B0604020202020204" pitchFamily="34" charset="0"/>
              <a:buNone/>
            </a:pPr>
            <a:r>
              <a:rPr lang="en-US" b="1"/>
              <a:t>Password Validation Enhancements</a:t>
            </a:r>
          </a:p>
          <a:p>
            <a:pPr marL="0" lvl="1" indent="0">
              <a:buFont typeface="Arial" panose="020B0604020202020204" pitchFamily="34" charset="0"/>
              <a:buNone/>
            </a:pPr>
            <a:r>
              <a:t>Add inline password rules and real-time strength validation to improve user experience and security.</a:t>
            </a:r>
            <a:endParaRPr lang="en-US"/>
          </a:p>
          <a:p>
            <a:pPr marL="0" indent="0">
              <a:spcBef>
                <a:spcPts val="2500"/>
              </a:spcBef>
              <a:buFont typeface="Arial" panose="020B0604020202020204" pitchFamily="34" charset="0"/>
              <a:buNone/>
            </a:pPr>
            <a:r>
              <a:rPr lang="en-US" b="1"/>
              <a:t>Payment Process Improvements</a:t>
            </a:r>
          </a:p>
          <a:p>
            <a:pPr marL="0" lvl="1" indent="0">
              <a:buFont typeface="Arial" panose="020B0604020202020204" pitchFamily="34" charset="0"/>
              <a:buNone/>
            </a:pPr>
            <a:r>
              <a:t>Rename CTAs to reduce anxiety and provide trust cues near card fields for secure transactions.</a:t>
            </a:r>
            <a:endParaRPr lang="en-US"/>
          </a:p>
          <a:p>
            <a:pPr marL="0" indent="0">
              <a:spcBef>
                <a:spcPts val="2500"/>
              </a:spcBef>
              <a:buFont typeface="Arial" panose="020B0604020202020204" pitchFamily="34" charset="0"/>
              <a:buNone/>
            </a:pPr>
            <a:r>
              <a:rPr lang="en-US" b="1"/>
              <a:t>Cost Transparency Features</a:t>
            </a:r>
          </a:p>
          <a:p>
            <a:pPr marL="0" lvl="1" indent="0">
              <a:buFont typeface="Arial" panose="020B0604020202020204" pitchFamily="34" charset="0"/>
              <a:buNone/>
            </a:pPr>
            <a:r>
              <a:t>Show early visibility of estimated taxes, shipping costs, and delivery dates with expandable details.</a:t>
            </a:r>
            <a:endParaRPr lang="en-US"/>
          </a:p>
          <a:p>
            <a:pPr marL="0" indent="0">
              <a:spcBef>
                <a:spcPts val="2500"/>
              </a:spcBef>
              <a:buFont typeface="Arial" panose="020B0604020202020204" pitchFamily="34" charset="0"/>
              <a:buNone/>
            </a:pPr>
            <a:r>
              <a:rPr lang="en-US" b="1"/>
              <a:t>User-Friendly Input Controls</a:t>
            </a:r>
          </a:p>
          <a:p>
            <a:pPr marL="0" lvl="1" indent="0">
              <a:buFont typeface="Arial" panose="020B0604020202020204" pitchFamily="34" charset="0"/>
              <a:buNone/>
            </a:pPr>
            <a:r>
              <a:t>Improve card entry ergonomics, integrate wallets, mark required fields, and use plus/minus quantity buttons.</a:t>
            </a:r>
            <a:endParaRPr lang="en-US"/>
          </a:p>
        </p:txBody>
      </p:sp>
      <p:sp>
        <p:nvSpPr>
          <p:cNvPr id="5" name="Date Placeholder 4">
            <a:extLst>
              <a:ext uri="{FF2B5EF4-FFF2-40B4-BE49-F238E27FC236}">
                <a16:creationId xmlns:a16="http://schemas.microsoft.com/office/drawing/2014/main" id="{84D6F380-DDD5-C3D6-1E24-C6EC1F191762}"/>
              </a:ext>
            </a:extLst>
          </p:cNvPr>
          <p:cNvSpPr>
            <a:spLocks noGrp="1"/>
          </p:cNvSpPr>
          <p:nvPr>
            <p:ph type="dt" sz="half" idx="10"/>
          </p:nvPr>
        </p:nvSpPr>
        <p:spPr>
          <a:xfrm>
            <a:off x="10058400" y="6029867"/>
            <a:ext cx="1179576" cy="365125"/>
          </a:xfrm>
        </p:spPr>
        <p:txBody>
          <a:bodyPr anchor="ctr">
            <a:normAutofit/>
          </a:bodyPr>
          <a:lstStyle/>
          <a:p>
            <a:pPr>
              <a:spcAft>
                <a:spcPts val="600"/>
              </a:spcAft>
            </a:pPr>
            <a:fld id="{D849E410-BE9E-427B-BCB5-604E33C4348E}"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84AB279B-AFED-C11D-0F03-B4A98D8DE059}"/>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12</a:t>
            </a:fld>
            <a:endParaRPr lang="en-US"/>
          </a:p>
        </p:txBody>
      </p:sp>
    </p:spTree>
    <p:extLst>
      <p:ext uri="{BB962C8B-B14F-4D97-AF65-F5344CB8AC3E}">
        <p14:creationId xmlns:p14="http://schemas.microsoft.com/office/powerpoint/2010/main" val="41230778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High angle view of rulers against a white background">
            <a:extLst>
              <a:ext uri="{FF2B5EF4-FFF2-40B4-BE49-F238E27FC236}">
                <a16:creationId xmlns:a16="http://schemas.microsoft.com/office/drawing/2014/main" id="{97B05E7F-F408-131A-D31D-5E198800E651}"/>
              </a:ext>
            </a:extLst>
          </p:cNvPr>
          <p:cNvPicPr>
            <a:picLocks noChangeAspect="1"/>
          </p:cNvPicPr>
          <p:nvPr/>
        </p:nvPicPr>
        <p:blipFill>
          <a:blip r:embed="rId3"/>
          <a:srcRect t="6367"/>
          <a:stretch>
            <a:fillRect/>
          </a:stretch>
        </p:blipFill>
        <p:spPr>
          <a:xfrm>
            <a:off x="4800600" y="1371600"/>
            <a:ext cx="6705599" cy="4191000"/>
          </a:xfrm>
          <a:prstGeom prst="rect">
            <a:avLst/>
          </a:prstGeom>
          <a:noFill/>
        </p:spPr>
      </p:pic>
      <p:sp>
        <p:nvSpPr>
          <p:cNvPr id="2" name="Title 1">
            <a:extLst>
              <a:ext uri="{FF2B5EF4-FFF2-40B4-BE49-F238E27FC236}">
                <a16:creationId xmlns:a16="http://schemas.microsoft.com/office/drawing/2014/main" id="{5B996D6B-8098-98F1-4B83-EA24D21B023E}"/>
              </a:ext>
            </a:extLst>
          </p:cNvPr>
          <p:cNvSpPr>
            <a:spLocks noGrp="1"/>
          </p:cNvSpPr>
          <p:nvPr>
            <p:ph type="ctrTitle"/>
          </p:nvPr>
        </p:nvSpPr>
        <p:spPr>
          <a:xfrm>
            <a:off x="500213" y="3447288"/>
            <a:ext cx="5852160" cy="3072792"/>
          </a:xfrm>
        </p:spPr>
        <p:txBody>
          <a:bodyPr anchor="b">
            <a:normAutofit/>
          </a:bodyPr>
          <a:lstStyle/>
          <a:p>
            <a:r>
              <a:rPr lang="en-US" sz="6100"/>
              <a:t>Implementation &amp; Measurement</a:t>
            </a:r>
          </a:p>
        </p:txBody>
      </p:sp>
      <p:sp>
        <p:nvSpPr>
          <p:cNvPr id="5" name="Date Placeholder 4">
            <a:extLst>
              <a:ext uri="{FF2B5EF4-FFF2-40B4-BE49-F238E27FC236}">
                <a16:creationId xmlns:a16="http://schemas.microsoft.com/office/drawing/2014/main" id="{5207455D-A343-DEC4-9647-009B0F2B355C}"/>
              </a:ext>
            </a:extLst>
          </p:cNvPr>
          <p:cNvSpPr>
            <a:spLocks noGrp="1"/>
          </p:cNvSpPr>
          <p:nvPr>
            <p:ph type="dt" sz="half" idx="10"/>
          </p:nvPr>
        </p:nvSpPr>
        <p:spPr>
          <a:xfrm>
            <a:off x="9973610" y="6055170"/>
            <a:ext cx="1256738" cy="365125"/>
          </a:xfrm>
        </p:spPr>
        <p:txBody>
          <a:bodyPr anchor="ctr">
            <a:normAutofit/>
          </a:bodyPr>
          <a:lstStyle/>
          <a:p>
            <a:pPr>
              <a:spcAft>
                <a:spcPts val="600"/>
              </a:spcAft>
            </a:pPr>
            <a:fld id="{06866CBB-6F1F-436D-A8C6-FABC4CF2B536}"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E29E2B88-CC9E-94B0-9999-C5AFF0F61817}"/>
              </a:ext>
            </a:extLst>
          </p:cNvPr>
          <p:cNvSpPr>
            <a:spLocks noGrp="1"/>
          </p:cNvSpPr>
          <p:nvPr>
            <p:ph type="sldNum" sz="quarter" idx="12"/>
          </p:nvPr>
        </p:nvSpPr>
        <p:spPr>
          <a:xfrm>
            <a:off x="11230348" y="6055170"/>
            <a:ext cx="461440" cy="365125"/>
          </a:xfrm>
        </p:spPr>
        <p:txBody>
          <a:bodyPr anchor="ctr">
            <a:normAutofit/>
          </a:bodyPr>
          <a:lstStyle/>
          <a:p>
            <a:pPr>
              <a:spcAft>
                <a:spcPts val="600"/>
              </a:spcAft>
            </a:pPr>
            <a:fld id="{27F8DDA4-3B80-4E8A-A8F5-521F73BF9127}" type="slidenum">
              <a:rPr lang="en-US" smtClean="0"/>
              <a:pPr>
                <a:spcAft>
                  <a:spcPts val="600"/>
                </a:spcAft>
              </a:pPr>
              <a:t>13</a:t>
            </a:fld>
            <a:endParaRPr lang="en-US"/>
          </a:p>
        </p:txBody>
      </p:sp>
    </p:spTree>
    <p:extLst>
      <p:ext uri="{BB962C8B-B14F-4D97-AF65-F5344CB8AC3E}">
        <p14:creationId xmlns:p14="http://schemas.microsoft.com/office/powerpoint/2010/main" val="24339058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computer futuristic digital hud software interface with a system that uses a complex of technical means to control bioadaptive bodies of humans and animals at a distance in real time.">
            <a:extLst>
              <a:ext uri="{FF2B5EF4-FFF2-40B4-BE49-F238E27FC236}">
                <a16:creationId xmlns:a16="http://schemas.microsoft.com/office/drawing/2014/main" id="{C0208B26-C057-47A8-8F43-F16FC9091F7F}"/>
              </a:ext>
            </a:extLst>
          </p:cNvPr>
          <p:cNvPicPr>
            <a:picLocks noGrp="1" noChangeAspect="1"/>
          </p:cNvPicPr>
          <p:nvPr>
            <p:ph type="pic" sz="quarter" idx="13"/>
          </p:nvPr>
        </p:nvPicPr>
        <p:blipFill>
          <a:blip r:embed="rId3"/>
          <a:stretch/>
        </p:blipFill>
        <p:spPr>
          <a:xfrm>
            <a:off x="685800" y="1581149"/>
            <a:ext cx="6705602" cy="3771901"/>
          </a:xfrm>
        </p:spPr>
      </p:pic>
      <p:sp>
        <p:nvSpPr>
          <p:cNvPr id="2" name="Title 1">
            <a:extLst>
              <a:ext uri="{FF2B5EF4-FFF2-40B4-BE49-F238E27FC236}">
                <a16:creationId xmlns:a16="http://schemas.microsoft.com/office/drawing/2014/main" id="{CC1F56DD-3138-CEE2-D616-079F5531325C}"/>
              </a:ext>
            </a:extLst>
          </p:cNvPr>
          <p:cNvSpPr>
            <a:spLocks noGrp="1"/>
          </p:cNvSpPr>
          <p:nvPr>
            <p:ph type="title"/>
          </p:nvPr>
        </p:nvSpPr>
        <p:spPr>
          <a:xfrm>
            <a:off x="603504" y="313943"/>
            <a:ext cx="4939201" cy="1281526"/>
          </a:xfrm>
        </p:spPr>
        <p:txBody>
          <a:bodyPr anchor="b">
            <a:normAutofit/>
          </a:bodyPr>
          <a:lstStyle/>
          <a:p>
            <a:r>
              <a:rPr lang="en-US"/>
              <a:t>Roadmap and KPIs</a:t>
            </a:r>
          </a:p>
        </p:txBody>
      </p:sp>
      <p:sp>
        <p:nvSpPr>
          <p:cNvPr id="4" name="Content Placeholder 3">
            <a:extLst>
              <a:ext uri="{FF2B5EF4-FFF2-40B4-BE49-F238E27FC236}">
                <a16:creationId xmlns:a16="http://schemas.microsoft.com/office/drawing/2014/main" id="{6F992D1C-A6B6-E57F-E160-90F0D3BFBFB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959144" y="1266426"/>
            <a:ext cx="3547056" cy="4296174"/>
          </a:xfrm>
        </p:spPr>
        <p:txBody>
          <a:bodyPr>
            <a:normAutofit/>
          </a:bodyPr>
          <a:lstStyle/>
          <a:p>
            <a:pPr marL="0" indent="0">
              <a:spcBef>
                <a:spcPts val="2500"/>
              </a:spcBef>
              <a:buFont typeface="Arial" panose="020B0604020202020204" pitchFamily="34" charset="0"/>
              <a:buNone/>
            </a:pPr>
            <a:r>
              <a:rPr lang="en-US" b="1"/>
              <a:t>Sprint Implementation Plan</a:t>
            </a:r>
          </a:p>
          <a:p>
            <a:pPr marL="0" lvl="1" indent="0">
              <a:buFont typeface="Arial" panose="020B0604020202020204" pitchFamily="34" charset="0"/>
              <a:buNone/>
            </a:pPr>
            <a:r>
              <a:t>Development is divided into four sprints each targeting specific UX and feature improvements for a smoother payment experience.</a:t>
            </a:r>
            <a:endParaRPr lang="en-US"/>
          </a:p>
          <a:p>
            <a:pPr marL="0" indent="0">
              <a:spcBef>
                <a:spcPts val="2500"/>
              </a:spcBef>
              <a:buFont typeface="Arial" panose="020B0604020202020204" pitchFamily="34" charset="0"/>
              <a:buNone/>
            </a:pPr>
            <a:r>
              <a:rPr lang="en-US" b="1"/>
              <a:t>Key Performance Indicators</a:t>
            </a:r>
          </a:p>
          <a:p>
            <a:pPr marL="0" lvl="1" indent="0">
              <a:buFont typeface="Arial" panose="020B0604020202020204" pitchFamily="34" charset="0"/>
              <a:buNone/>
            </a:pPr>
            <a:r>
              <a:t>KPIs such as task completion rate, error rate, and conversion rate will measure the impact of design changes and user satisfaction.</a:t>
            </a:r>
            <a:endParaRPr lang="en-US"/>
          </a:p>
          <a:p>
            <a:pPr marL="0" indent="0">
              <a:spcBef>
                <a:spcPts val="2500"/>
              </a:spcBef>
              <a:buFont typeface="Arial" panose="020B0604020202020204" pitchFamily="34" charset="0"/>
              <a:buNone/>
            </a:pPr>
            <a:r>
              <a:rPr lang="en-US" b="1"/>
              <a:t>Iterative Improvement Process</a:t>
            </a:r>
          </a:p>
          <a:p>
            <a:pPr marL="0" lvl="1" indent="0">
              <a:buFont typeface="Arial" panose="020B0604020202020204" pitchFamily="34" charset="0"/>
              <a:buNone/>
            </a:pPr>
            <a:r>
              <a:t>Metrics will guide continuous improvements ensuring that design changes enhance usability and trust throughout the payment steps.</a:t>
            </a:r>
            <a:endParaRPr lang="en-US"/>
          </a:p>
        </p:txBody>
      </p:sp>
      <p:sp>
        <p:nvSpPr>
          <p:cNvPr id="6" name="Date Placeholder 5">
            <a:extLst>
              <a:ext uri="{FF2B5EF4-FFF2-40B4-BE49-F238E27FC236}">
                <a16:creationId xmlns:a16="http://schemas.microsoft.com/office/drawing/2014/main" id="{5AF20082-D7D2-3C5F-E27D-AA438F77BC7B}"/>
              </a:ext>
            </a:extLst>
          </p:cNvPr>
          <p:cNvSpPr>
            <a:spLocks noGrp="1"/>
          </p:cNvSpPr>
          <p:nvPr>
            <p:ph type="dt" sz="half" idx="10"/>
          </p:nvPr>
        </p:nvSpPr>
        <p:spPr>
          <a:xfrm>
            <a:off x="10058400" y="6029868"/>
            <a:ext cx="1182686" cy="365125"/>
          </a:xfrm>
        </p:spPr>
        <p:txBody>
          <a:bodyPr anchor="ctr">
            <a:normAutofit/>
          </a:bodyPr>
          <a:lstStyle/>
          <a:p>
            <a:pPr>
              <a:spcAft>
                <a:spcPts val="600"/>
              </a:spcAft>
            </a:pPr>
            <a:fld id="{B3C0EDEC-0890-4E6D-9DE0-ECAF543851A7}" type="datetime1">
              <a:rPr lang="en-US" smtClean="0"/>
              <a:pPr>
                <a:spcAft>
                  <a:spcPts val="600"/>
                </a:spcAft>
              </a:pPr>
              <a:t>1/11/2026</a:t>
            </a:fld>
            <a:endParaRPr lang="en-US"/>
          </a:p>
        </p:txBody>
      </p:sp>
      <p:sp>
        <p:nvSpPr>
          <p:cNvPr id="7" name="Slide Number Placeholder 6">
            <a:extLst>
              <a:ext uri="{FF2B5EF4-FFF2-40B4-BE49-F238E27FC236}">
                <a16:creationId xmlns:a16="http://schemas.microsoft.com/office/drawing/2014/main" id="{75C6F2E9-3655-7E05-9A8B-FFFEE62FAA0F}"/>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14</a:t>
            </a:fld>
            <a:endParaRPr lang="en-US"/>
          </a:p>
        </p:txBody>
      </p:sp>
    </p:spTree>
    <p:extLst>
      <p:ext uri="{BB962C8B-B14F-4D97-AF65-F5344CB8AC3E}">
        <p14:creationId xmlns:p14="http://schemas.microsoft.com/office/powerpoint/2010/main" val="3949500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B09D5-73F1-A429-2B37-FD5EE6D66DB4}"/>
              </a:ext>
            </a:extLst>
          </p:cNvPr>
          <p:cNvSpPr>
            <a:spLocks noGrp="1"/>
          </p:cNvSpPr>
          <p:nvPr>
            <p:ph type="title"/>
          </p:nvPr>
        </p:nvSpPr>
        <p:spPr>
          <a:xfrm>
            <a:off x="602986" y="265728"/>
            <a:ext cx="10981137" cy="1325563"/>
          </a:xfrm>
        </p:spPr>
        <p:txBody>
          <a:bodyPr anchor="b">
            <a:normAutofit/>
          </a:bodyPr>
          <a:lstStyle/>
          <a:p>
            <a:r>
              <a:rPr lang="en-US" dirty="0"/>
              <a:t>References</a:t>
            </a:r>
          </a:p>
        </p:txBody>
      </p:sp>
      <p:sp>
        <p:nvSpPr>
          <p:cNvPr id="5" name="Date Placeholder 4">
            <a:extLst>
              <a:ext uri="{FF2B5EF4-FFF2-40B4-BE49-F238E27FC236}">
                <a16:creationId xmlns:a16="http://schemas.microsoft.com/office/drawing/2014/main" id="{EA20276E-9535-DCAA-B085-0EAF293C337A}"/>
              </a:ext>
            </a:extLst>
          </p:cNvPr>
          <p:cNvSpPr>
            <a:spLocks noGrp="1"/>
          </p:cNvSpPr>
          <p:nvPr>
            <p:ph type="dt" sz="half" idx="10"/>
          </p:nvPr>
        </p:nvSpPr>
        <p:spPr>
          <a:xfrm>
            <a:off x="10058400" y="6029868"/>
            <a:ext cx="1182686" cy="365125"/>
          </a:xfrm>
        </p:spPr>
        <p:txBody>
          <a:bodyPr anchor="ctr">
            <a:normAutofit/>
          </a:bodyPr>
          <a:lstStyle/>
          <a:p>
            <a:pPr>
              <a:spcAft>
                <a:spcPts val="600"/>
              </a:spcAft>
            </a:pPr>
            <a:fld id="{D849E410-BE9E-427B-BCB5-604E33C4348E}" type="datetime1">
              <a:rPr lang="en-US" smtClean="0"/>
              <a:pPr>
                <a:spcAft>
                  <a:spcPts val="600"/>
                </a:spcAft>
              </a:pPr>
              <a:t>1/11/2026</a:t>
            </a:fld>
            <a:endParaRPr lang="en-US"/>
          </a:p>
        </p:txBody>
      </p:sp>
      <p:sp>
        <p:nvSpPr>
          <p:cNvPr id="6" name="Slide Number Placeholder 5">
            <a:extLst>
              <a:ext uri="{FF2B5EF4-FFF2-40B4-BE49-F238E27FC236}">
                <a16:creationId xmlns:a16="http://schemas.microsoft.com/office/drawing/2014/main" id="{BF38BA1A-8F51-99B1-624A-237F72A54B94}"/>
              </a:ext>
            </a:extLst>
          </p:cNvPr>
          <p:cNvSpPr>
            <a:spLocks noGrp="1"/>
          </p:cNvSpPr>
          <p:nvPr>
            <p:ph type="sldNum" sz="quarter" idx="12"/>
          </p:nvPr>
        </p:nvSpPr>
        <p:spPr>
          <a:xfrm>
            <a:off x="11233434" y="6029868"/>
            <a:ext cx="429372" cy="365125"/>
          </a:xfrm>
        </p:spPr>
        <p:txBody>
          <a:bodyPr anchor="ctr">
            <a:normAutofit/>
          </a:bodyPr>
          <a:lstStyle/>
          <a:p>
            <a:pPr>
              <a:spcAft>
                <a:spcPts val="600"/>
              </a:spcAft>
            </a:pPr>
            <a:fld id="{27F8DDA4-3B80-4E8A-A8F5-521F73BF9127}" type="slidenum">
              <a:rPr lang="en-US" smtClean="0"/>
              <a:pPr>
                <a:spcAft>
                  <a:spcPts val="600"/>
                </a:spcAft>
              </a:pPr>
              <a:t>15</a:t>
            </a:fld>
            <a:endParaRPr lang="en-US"/>
          </a:p>
        </p:txBody>
      </p:sp>
      <p:sp>
        <p:nvSpPr>
          <p:cNvPr id="18" name="Content Placeholder 17">
            <a:extLst>
              <a:ext uri="{FF2B5EF4-FFF2-40B4-BE49-F238E27FC236}">
                <a16:creationId xmlns:a16="http://schemas.microsoft.com/office/drawing/2014/main" id="{FE7FE2C4-0293-0884-78CA-BFF5290C2BF5}"/>
              </a:ext>
            </a:extLst>
          </p:cNvPr>
          <p:cNvSpPr>
            <a:spLocks noGrp="1"/>
          </p:cNvSpPr>
          <p:nvPr>
            <p:ph idx="1"/>
          </p:nvPr>
        </p:nvSpPr>
        <p:spPr/>
        <p:txBody>
          <a:bodyPr vert="horz" lIns="91440" tIns="45720" rIns="91440" bIns="45720" rtlCol="0" anchor="t">
            <a:normAutofit/>
          </a:bodyPr>
          <a:lstStyle/>
          <a:p>
            <a:r>
              <a:rPr lang="en-US" sz="1100" dirty="0" err="1">
                <a:latin typeface="Segoe UI"/>
                <a:cs typeface="Segoe UI"/>
              </a:rPr>
              <a:t>Sarsby</a:t>
            </a:r>
            <a:r>
              <a:rPr lang="en-US" sz="1100" dirty="0">
                <a:latin typeface="Segoe UI"/>
                <a:cs typeface="Segoe UI"/>
              </a:rPr>
              <a:t>, A. (2012). </a:t>
            </a:r>
            <a:r>
              <a:rPr lang="en-US" sz="1100" i="1" dirty="0">
                <a:latin typeface="Segoe UI"/>
                <a:cs typeface="Segoe UI"/>
              </a:rPr>
              <a:t>A useful guide to SWOT analysis</a:t>
            </a:r>
            <a:r>
              <a:rPr lang="en-US" sz="1100" dirty="0">
                <a:latin typeface="Segoe UI"/>
                <a:cs typeface="Segoe UI"/>
              </a:rPr>
              <a:t>. </a:t>
            </a:r>
            <a:r>
              <a:rPr lang="en-US" sz="1100" dirty="0" err="1">
                <a:latin typeface="Segoe UI"/>
                <a:cs typeface="Segoe UI"/>
              </a:rPr>
              <a:t>Pansophix</a:t>
            </a:r>
            <a:r>
              <a:rPr lang="en-US" sz="1100" dirty="0">
                <a:latin typeface="Segoe UI"/>
                <a:cs typeface="Segoe UI"/>
              </a:rPr>
              <a:t>.</a:t>
            </a:r>
            <a:endParaRPr lang="en-US" dirty="0"/>
          </a:p>
          <a:p>
            <a:r>
              <a:rPr lang="en-US" sz="1100" dirty="0" err="1">
                <a:latin typeface="Segoe UI"/>
                <a:cs typeface="Segoe UI"/>
              </a:rPr>
              <a:t>Baymard</a:t>
            </a:r>
            <a:r>
              <a:rPr lang="en-US" sz="1100" dirty="0">
                <a:latin typeface="Segoe UI"/>
                <a:cs typeface="Segoe UI"/>
              </a:rPr>
              <a:t> Institute. (n.d.). </a:t>
            </a:r>
            <a:r>
              <a:rPr lang="en-US" sz="1100" i="1" dirty="0">
                <a:latin typeface="Segoe UI"/>
                <a:cs typeface="Segoe UI"/>
              </a:rPr>
              <a:t>E‑commerce checkout usability: An original research study</a:t>
            </a:r>
            <a:r>
              <a:rPr lang="en-US" sz="1100" dirty="0">
                <a:latin typeface="Segoe UI"/>
                <a:cs typeface="Segoe UI"/>
              </a:rPr>
              <a:t>.</a:t>
            </a:r>
            <a:endParaRPr lang="en-US" dirty="0"/>
          </a:p>
          <a:p>
            <a:r>
              <a:rPr lang="en-US" sz="1100" dirty="0" err="1">
                <a:latin typeface="Segoe UI"/>
                <a:cs typeface="Segoe UI"/>
              </a:rPr>
              <a:t>Baymard</a:t>
            </a:r>
            <a:r>
              <a:rPr lang="en-US" sz="1100" dirty="0">
                <a:latin typeface="Segoe UI"/>
                <a:cs typeface="Segoe UI"/>
              </a:rPr>
              <a:t> Institute. (2025, November 25). </a:t>
            </a:r>
            <a:r>
              <a:rPr lang="en-US" sz="1100" i="1" dirty="0">
                <a:latin typeface="Segoe UI"/>
                <a:cs typeface="Segoe UI"/>
              </a:rPr>
              <a:t>Checkout UX 2025: 10 pitfalls and best practices</a:t>
            </a:r>
            <a:r>
              <a:rPr lang="en-US" sz="1100" dirty="0">
                <a:latin typeface="Segoe UI"/>
                <a:cs typeface="Segoe UI"/>
              </a:rPr>
              <a:t>.</a:t>
            </a:r>
            <a:endParaRPr lang="en-US" dirty="0"/>
          </a:p>
          <a:p>
            <a:r>
              <a:rPr lang="en-US" sz="1100" dirty="0" err="1">
                <a:latin typeface="Segoe UI"/>
                <a:cs typeface="Segoe UI"/>
              </a:rPr>
              <a:t>Baymard</a:t>
            </a:r>
            <a:r>
              <a:rPr lang="en-US" sz="1100" dirty="0">
                <a:latin typeface="Segoe UI"/>
                <a:cs typeface="Segoe UI"/>
              </a:rPr>
              <a:t> Institute. (2017). </a:t>
            </a:r>
            <a:r>
              <a:rPr lang="en-US" sz="1100" i="1" dirty="0">
                <a:latin typeface="Segoe UI"/>
                <a:cs typeface="Segoe UI"/>
              </a:rPr>
              <a:t>Checkout optimization &amp; reducing abandonments: Six ways to retain users from “Add to Cart” through order completion</a:t>
            </a:r>
            <a:r>
              <a:rPr lang="en-US" sz="1100" dirty="0">
                <a:latin typeface="Segoe UI"/>
                <a:cs typeface="Segoe UI"/>
              </a:rPr>
              <a:t>.</a:t>
            </a:r>
            <a:endParaRPr lang="en-US" dirty="0"/>
          </a:p>
          <a:p>
            <a:r>
              <a:rPr lang="en-US" sz="1100" dirty="0">
                <a:latin typeface="Segoe UI"/>
                <a:cs typeface="Segoe UI"/>
              </a:rPr>
              <a:t>PCI Security Standards Council. (2008). </a:t>
            </a:r>
            <a:r>
              <a:rPr lang="en-US" sz="1100" i="1" dirty="0">
                <a:latin typeface="Segoe UI"/>
                <a:cs typeface="Segoe UI"/>
              </a:rPr>
              <a:t>PCI data storage do’s and don’ts</a:t>
            </a:r>
            <a:r>
              <a:rPr lang="en-US" sz="1100" dirty="0">
                <a:latin typeface="Segoe UI"/>
                <a:cs typeface="Segoe UI"/>
              </a:rPr>
              <a:t>.</a:t>
            </a:r>
            <a:endParaRPr lang="en-US" dirty="0"/>
          </a:p>
          <a:p>
            <a:r>
              <a:rPr lang="en-US" sz="1100" dirty="0">
                <a:latin typeface="Segoe UI"/>
                <a:cs typeface="Segoe UI"/>
              </a:rPr>
              <a:t>PCI Security Standards Council. (2024, June). </a:t>
            </a:r>
            <a:r>
              <a:rPr lang="en-US" sz="1100" i="1" dirty="0">
                <a:latin typeface="Segoe UI"/>
                <a:cs typeface="Segoe UI"/>
              </a:rPr>
              <a:t>Payment Card Industry Data Security Standard (PCI DSS) v4.0.1: Requirements and testing procedures</a:t>
            </a:r>
            <a:r>
              <a:rPr lang="en-US" sz="1100" dirty="0">
                <a:latin typeface="Segoe UI"/>
                <a:cs typeface="Segoe UI"/>
              </a:rPr>
              <a:t>.</a:t>
            </a:r>
            <a:endParaRPr lang="en-US" dirty="0"/>
          </a:p>
          <a:p>
            <a:endParaRPr lang="en-US" dirty="0"/>
          </a:p>
        </p:txBody>
      </p:sp>
    </p:spTree>
    <p:extLst>
      <p:ext uri="{BB962C8B-B14F-4D97-AF65-F5344CB8AC3E}">
        <p14:creationId xmlns:p14="http://schemas.microsoft.com/office/powerpoint/2010/main" val="862540028"/>
      </p:ext>
    </p:extLst>
  </p:cSld>
  <p:clrMapOvr>
    <a:masterClrMapping/>
  </p:clrMapOvr>
  <p:transition>
    <p:fade/>
  </p:transition>
</p:sld>
</file>

<file path=ppt/theme/theme1.xml><?xml version="1.0" encoding="utf-8"?>
<a:theme xmlns:a="http://schemas.openxmlformats.org/drawingml/2006/main" name="Orange experience">
  <a:themeElements>
    <a:clrScheme name="Orange Experience">
      <a:dk1>
        <a:srgbClr val="131313"/>
      </a:dk1>
      <a:lt1>
        <a:sysClr val="window" lastClr="FFFFFF"/>
      </a:lt1>
      <a:dk2>
        <a:srgbClr val="444742"/>
      </a:dk2>
      <a:lt2>
        <a:srgbClr val="EDECE9"/>
      </a:lt2>
      <a:accent1>
        <a:srgbClr val="ED6845"/>
      </a:accent1>
      <a:accent2>
        <a:srgbClr val="F48A56"/>
      </a:accent2>
      <a:accent3>
        <a:srgbClr val="9FA295"/>
      </a:accent3>
      <a:accent4>
        <a:srgbClr val="5B6E74"/>
      </a:accent4>
      <a:accent5>
        <a:srgbClr val="6E7868"/>
      </a:accent5>
      <a:accent6>
        <a:srgbClr val="A1AAAA"/>
      </a:accent6>
      <a:hlink>
        <a:srgbClr val="F05814"/>
      </a:hlink>
      <a:folHlink>
        <a:srgbClr val="E99401"/>
      </a:folHlink>
    </a:clrScheme>
    <a:fontScheme name="Custom 40">
      <a:majorFont>
        <a:latin typeface="Oswald SemiBold"/>
        <a:ea typeface=""/>
        <a:cs typeface=""/>
      </a:majorFont>
      <a:minorFont>
        <a:latin typeface="Univers Condensed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rangeExperience" id="{F3C6FDEA-AE41-472D-8E81-2DA7CC66D099}" vid="{5D82712B-855B-4627-96FB-F7C927B9DD9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E7D331F-9E03-42FF-A5D8-8CA51554CE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566138A-5333-4F8F-852B-472D6D0F0B7A}">
  <ds:schemaRefs>
    <ds:schemaRef ds:uri="http://schemas.microsoft.com/sharepoint/v3/contenttype/forms"/>
  </ds:schemaRefs>
</ds:datastoreItem>
</file>

<file path=customXml/itemProps3.xml><?xml version="1.0" encoding="utf-8"?>
<ds:datastoreItem xmlns:ds="http://schemas.openxmlformats.org/officeDocument/2006/customXml" ds:itemID="{1FBC0E98-53B2-45AC-A2D3-5CB4F53EE9F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15</TotalTime>
  <Words>2349</Words>
  <Application>Microsoft Office PowerPoint</Application>
  <PresentationFormat>Widescreen</PresentationFormat>
  <Paragraphs>144</Paragraphs>
  <Slides>15</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Oswald SemiBold</vt:lpstr>
      <vt:lpstr>Segoe UI</vt:lpstr>
      <vt:lpstr>Univers Condensed Light</vt:lpstr>
      <vt:lpstr>Orange experience</vt:lpstr>
      <vt:lpstr>SWOT Analysis &amp; Design Change Report for Mobile E‑commerce Interface</vt:lpstr>
      <vt:lpstr>Introduction &amp; Executive Summary</vt:lpstr>
      <vt:lpstr>Purpose and Context</vt:lpstr>
      <vt:lpstr>SWOT Matrix Overview</vt:lpstr>
      <vt:lpstr>SWOT Summary Table</vt:lpstr>
      <vt:lpstr>Detailed SWOT Assessments</vt:lpstr>
      <vt:lpstr>Internal Strengths</vt:lpstr>
      <vt:lpstr>Internal Weaknesses</vt:lpstr>
      <vt:lpstr>External Opportunities</vt:lpstr>
      <vt:lpstr>External Threats</vt:lpstr>
      <vt:lpstr>Design Changes Proposed</vt:lpstr>
      <vt:lpstr>Actionable Recommendations</vt:lpstr>
      <vt:lpstr>Implementation &amp; Measurement</vt:lpstr>
      <vt:lpstr>Roadmap and KPIs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VB-Zimmerman-Gibson, Joshua (Virginia Beach)</cp:lastModifiedBy>
  <cp:revision>33</cp:revision>
  <dcterms:created xsi:type="dcterms:W3CDTF">2025-08-04T23:28:37Z</dcterms:created>
  <dcterms:modified xsi:type="dcterms:W3CDTF">2026-01-11T23:23:47Z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